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4.jp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256" r:id="rId2"/>
    <p:sldId id="309" r:id="rId3"/>
    <p:sldId id="359" r:id="rId4"/>
    <p:sldId id="305" r:id="rId5"/>
    <p:sldId id="304" r:id="rId6"/>
    <p:sldId id="267" r:id="rId7"/>
    <p:sldId id="268" r:id="rId8"/>
    <p:sldId id="269" r:id="rId9"/>
    <p:sldId id="265" r:id="rId10"/>
    <p:sldId id="271" r:id="rId11"/>
    <p:sldId id="270" r:id="rId12"/>
    <p:sldId id="266" r:id="rId13"/>
    <p:sldId id="273" r:id="rId14"/>
    <p:sldId id="272" r:id="rId15"/>
    <p:sldId id="274" r:id="rId16"/>
    <p:sldId id="276" r:id="rId17"/>
    <p:sldId id="275" r:id="rId18"/>
    <p:sldId id="278" r:id="rId19"/>
    <p:sldId id="277" r:id="rId20"/>
    <p:sldId id="307" r:id="rId21"/>
    <p:sldId id="308" r:id="rId22"/>
    <p:sldId id="280" r:id="rId23"/>
    <p:sldId id="279" r:id="rId24"/>
    <p:sldId id="281" r:id="rId25"/>
    <p:sldId id="283" r:id="rId26"/>
    <p:sldId id="282" r:id="rId27"/>
    <p:sldId id="284" r:id="rId28"/>
    <p:sldId id="306" r:id="rId29"/>
    <p:sldId id="285" r:id="rId30"/>
    <p:sldId id="323" r:id="rId31"/>
    <p:sldId id="324" r:id="rId32"/>
    <p:sldId id="326" r:id="rId33"/>
    <p:sldId id="358" r:id="rId34"/>
    <p:sldId id="325" r:id="rId35"/>
    <p:sldId id="327" r:id="rId36"/>
    <p:sldId id="328" r:id="rId37"/>
    <p:sldId id="344" r:id="rId38"/>
    <p:sldId id="329" r:id="rId39"/>
    <p:sldId id="348" r:id="rId40"/>
    <p:sldId id="345" r:id="rId41"/>
    <p:sldId id="340" r:id="rId42"/>
    <p:sldId id="330" r:id="rId43"/>
    <p:sldId id="331" r:id="rId44"/>
    <p:sldId id="346" r:id="rId45"/>
    <p:sldId id="333" r:id="rId46"/>
    <p:sldId id="351" r:id="rId47"/>
    <p:sldId id="350" r:id="rId48"/>
    <p:sldId id="349" r:id="rId49"/>
    <p:sldId id="347" r:id="rId50"/>
    <p:sldId id="355" r:id="rId51"/>
    <p:sldId id="354" r:id="rId52"/>
    <p:sldId id="353" r:id="rId53"/>
    <p:sldId id="352" r:id="rId54"/>
    <p:sldId id="336" r:id="rId55"/>
    <p:sldId id="335" r:id="rId56"/>
    <p:sldId id="342" r:id="rId57"/>
    <p:sldId id="357" r:id="rId58"/>
    <p:sldId id="356" r:id="rId59"/>
    <p:sldId id="341" r:id="rId60"/>
    <p:sldId id="303" r:id="rId6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025" autoAdjust="0"/>
  </p:normalViewPr>
  <p:slideViewPr>
    <p:cSldViewPr snapToGrid="0">
      <p:cViewPr>
        <p:scale>
          <a:sx n="150" d="100"/>
          <a:sy n="150" d="100"/>
        </p:scale>
        <p:origin x="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14CB4D-C3FE-426B-BBBE-A2B43235755E}" type="datetimeFigureOut">
              <a:rPr lang="zh-CN" altLang="en-US" smtClean="0"/>
              <a:t>2019/10/18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6DC73B-9D04-42B7-B8D2-5C823161754A}" type="slidenum">
              <a:rPr lang="zh-CN" altLang="en-US" smtClean="0"/>
              <a:t>‹#›</a:t>
            </a:fld>
            <a:endParaRPr lang="zh-CN" altLang="en-US"/>
          </a:p>
        </p:txBody>
      </p:sp>
    </p:spTree>
    <p:extLst>
      <p:ext uri="{BB962C8B-B14F-4D97-AF65-F5344CB8AC3E}">
        <p14:creationId xmlns:p14="http://schemas.microsoft.com/office/powerpoint/2010/main" val="900656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[ˈ</a:t>
            </a:r>
            <a:r>
              <a:rPr lang="en-US" altLang="zh-CN" sz="1200" b="0" i="0" kern="1200" dirty="0" err="1">
                <a:solidFill>
                  <a:schemeClr val="tx1"/>
                </a:solidFill>
                <a:effectLst/>
                <a:latin typeface="+mn-lt"/>
                <a:ea typeface="+mn-ea"/>
                <a:cs typeface="+mn-cs"/>
              </a:rPr>
              <a:t>dɛmən</a:t>
            </a:r>
            <a:r>
              <a:rPr lang="en-US" altLang="zh-CN" sz="1200" b="0" i="0" kern="1200" dirty="0">
                <a:solidFill>
                  <a:schemeClr val="tx1"/>
                </a:solidFill>
                <a:effectLst/>
                <a:latin typeface="+mn-lt"/>
                <a:ea typeface="+mn-ea"/>
                <a:cs typeface="+mn-cs"/>
              </a:rPr>
              <a:t> ˌ</a:t>
            </a:r>
            <a:r>
              <a:rPr lang="en-US" altLang="zh-CN" sz="1200" b="0" i="0" kern="1200" dirty="0" err="1">
                <a:solidFill>
                  <a:schemeClr val="tx1"/>
                </a:solidFill>
                <a:effectLst/>
                <a:latin typeface="+mn-lt"/>
                <a:ea typeface="+mn-ea"/>
                <a:cs typeface="+mn-cs"/>
              </a:rPr>
              <a:t>stret</a:t>
            </a:r>
            <a:r>
              <a:rPr lang="en-US" altLang="zh-CN" sz="1200" b="0" i="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oratorical</a:t>
            </a:r>
          </a:p>
          <a:p>
            <a:r>
              <a:rPr lang="en-US" altLang="zh-CN" sz="1200" b="0" i="0" kern="1200" dirty="0">
                <a:solidFill>
                  <a:schemeClr val="tx1"/>
                </a:solidFill>
                <a:effectLst/>
                <a:latin typeface="+mn-lt"/>
                <a:ea typeface="+mn-ea"/>
                <a:cs typeface="+mn-cs"/>
              </a:rPr>
              <a:t>[ˌ</a:t>
            </a:r>
            <a:r>
              <a:rPr lang="en-US" altLang="zh-CN" sz="1200" b="0" i="0" kern="1200" dirty="0" err="1">
                <a:solidFill>
                  <a:schemeClr val="tx1"/>
                </a:solidFill>
                <a:effectLst/>
                <a:latin typeface="+mn-lt"/>
                <a:ea typeface="+mn-ea"/>
                <a:cs typeface="+mn-cs"/>
              </a:rPr>
              <a:t>ɔrəˈtɔrɪkl</a:t>
            </a:r>
            <a:r>
              <a:rPr lang="en-US" altLang="zh-CN" sz="1200" b="0" i="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6589C1-8576-459F-87E2-F1BCB9BAC7C8}"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880168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lack</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6589C1-8576-459F-87E2-F1BCB9BAC7C8}"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0872890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Representative </a:t>
            </a:r>
            <a:r>
              <a:rPr lang="zh-CN" altLang="en-US" dirty="0"/>
              <a:t>有代表性的</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6589C1-8576-459F-87E2-F1BCB9BAC7C8}"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022198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6589C1-8576-459F-87E2-F1BCB9BAC7C8}"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9481277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Representative </a:t>
            </a:r>
            <a:r>
              <a:rPr lang="zh-CN" altLang="en-US" dirty="0"/>
              <a:t>有代表性的</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 [ˌ</a:t>
            </a:r>
            <a:r>
              <a:rPr lang="en-US" altLang="zh-CN" sz="1200" b="0" i="0" kern="1200" dirty="0" err="1">
                <a:solidFill>
                  <a:schemeClr val="tx1"/>
                </a:solidFill>
                <a:effectLst/>
                <a:latin typeface="+mn-lt"/>
                <a:ea typeface="+mn-ea"/>
                <a:cs typeface="+mn-cs"/>
              </a:rPr>
              <a:t>ɪrɪˈvɜrsəbl</a:t>
            </a:r>
            <a:r>
              <a:rPr lang="en-US" altLang="zh-CN" sz="1200" b="0" i="0" kern="1200" dirty="0">
                <a:solidFill>
                  <a:schemeClr val="tx1"/>
                </a:solidFill>
                <a:effectLst/>
                <a:latin typeface="+mn-lt"/>
                <a:ea typeface="+mn-ea"/>
                <a:cs typeface="+mn-cs"/>
              </a:rPr>
              <a:t>] </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6589C1-8576-459F-87E2-F1BCB9BAC7C8}"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5334618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 [ˌ</a:t>
            </a:r>
            <a:r>
              <a:rPr lang="en-US" altLang="zh-CN" sz="1200" b="0" i="0" kern="1200" dirty="0" err="1">
                <a:solidFill>
                  <a:schemeClr val="tx1"/>
                </a:solidFill>
                <a:effectLst/>
                <a:latin typeface="+mn-lt"/>
                <a:ea typeface="+mn-ea"/>
                <a:cs typeface="+mn-cs"/>
              </a:rPr>
              <a:t>ɪrɪˈvɜrsəbl</a:t>
            </a:r>
            <a:r>
              <a:rPr lang="en-US" altLang="zh-CN" sz="1200" b="0" i="0" kern="1200" dirty="0">
                <a:solidFill>
                  <a:schemeClr val="tx1"/>
                </a:solidFill>
                <a:effectLst/>
                <a:latin typeface="+mn-lt"/>
                <a:ea typeface="+mn-ea"/>
                <a:cs typeface="+mn-cs"/>
              </a:rPr>
              <a:t>] </a:t>
            </a:r>
          </a:p>
          <a:p>
            <a:r>
              <a:rPr lang="en-US" altLang="zh-CN" sz="1200" b="0" i="0" kern="1200" dirty="0">
                <a:solidFill>
                  <a:schemeClr val="tx1"/>
                </a:solidFill>
                <a:effectLst/>
                <a:latin typeface="+mn-lt"/>
                <a:ea typeface="+mn-ea"/>
                <a:cs typeface="+mn-cs"/>
              </a:rPr>
              <a:t>legislation</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6589C1-8576-459F-87E2-F1BCB9BAC7C8}"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702395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Communist </a:t>
            </a:r>
            <a:r>
              <a:rPr lang="zh-CN" altLang="en-US" dirty="0"/>
              <a:t>共产主义者 </a:t>
            </a:r>
            <a:r>
              <a:rPr lang="en-US" altLang="zh-CN" dirty="0"/>
              <a:t>community </a:t>
            </a:r>
            <a:r>
              <a:rPr lang="zh-CN" altLang="en-US" dirty="0"/>
              <a:t>社区</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6589C1-8576-459F-87E2-F1BCB9BAC7C8}"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8409370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Journay</a:t>
            </a:r>
            <a:r>
              <a:rPr lang="zh-CN" altLang="en-US" dirty="0"/>
              <a:t>旅途，旅程</a:t>
            </a:r>
          </a:p>
        </p:txBody>
      </p:sp>
      <p:sp>
        <p:nvSpPr>
          <p:cNvPr id="4" name="灯片编号占位符 3"/>
          <p:cNvSpPr>
            <a:spLocks noGrp="1"/>
          </p:cNvSpPr>
          <p:nvPr>
            <p:ph type="sldNum" sz="quarter" idx="5"/>
          </p:nvPr>
        </p:nvSpPr>
        <p:spPr/>
        <p:txBody>
          <a:bodyPr/>
          <a:lstStyle/>
          <a:p>
            <a:fld id="{896DC73B-9D04-42B7-B8D2-5C823161754A}" type="slidenum">
              <a:rPr lang="zh-CN" altLang="en-US" smtClean="0"/>
              <a:t>59</a:t>
            </a:fld>
            <a:endParaRPr lang="zh-CN" altLang="en-US"/>
          </a:p>
        </p:txBody>
      </p:sp>
    </p:spTree>
    <p:extLst>
      <p:ext uri="{BB962C8B-B14F-4D97-AF65-F5344CB8AC3E}">
        <p14:creationId xmlns:p14="http://schemas.microsoft.com/office/powerpoint/2010/main" val="14997417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4A3116-09AB-460B-97DC-9670B11AACA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E3D6B04-E7C1-43C4-936B-69B16A9A0F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31FA076-C04B-41BA-BE69-90491B1EB351}"/>
              </a:ext>
            </a:extLst>
          </p:cNvPr>
          <p:cNvSpPr>
            <a:spLocks noGrp="1"/>
          </p:cNvSpPr>
          <p:nvPr>
            <p:ph type="dt" sz="half" idx="10"/>
          </p:nvPr>
        </p:nvSpPr>
        <p:spPr/>
        <p:txBody>
          <a:bodyPr/>
          <a:lstStyle/>
          <a:p>
            <a:fld id="{5A9C53C7-4698-48A5-AA22-9A0BE7C09B00}"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6BAB33FB-1F5C-43B2-8FAC-C8A409F9C77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07605DC-3E58-4C8A-A324-312032F1C646}"/>
              </a:ext>
            </a:extLst>
          </p:cNvPr>
          <p:cNvSpPr>
            <a:spLocks noGrp="1"/>
          </p:cNvSpPr>
          <p:nvPr>
            <p:ph type="sldNum" sz="quarter" idx="12"/>
          </p:nvPr>
        </p:nvSpPr>
        <p:spPr/>
        <p:txBody>
          <a:bodyPr/>
          <a:lstStyle/>
          <a:p>
            <a:fld id="{F1935C17-0A48-4FF3-8D86-AD3C9A5955D0}" type="slidenum">
              <a:rPr lang="zh-CN" altLang="en-US" smtClean="0"/>
              <a:t>‹#›</a:t>
            </a:fld>
            <a:endParaRPr lang="zh-CN" altLang="en-US"/>
          </a:p>
        </p:txBody>
      </p:sp>
    </p:spTree>
    <p:extLst>
      <p:ext uri="{BB962C8B-B14F-4D97-AF65-F5344CB8AC3E}">
        <p14:creationId xmlns:p14="http://schemas.microsoft.com/office/powerpoint/2010/main" val="2759799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5A2EE7-5257-4429-AB22-013750B4AE2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E638F91-6D44-4D16-868A-748B47B3F4E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E16BDE-ACDF-40C6-88CE-9773BEBA0B00}"/>
              </a:ext>
            </a:extLst>
          </p:cNvPr>
          <p:cNvSpPr>
            <a:spLocks noGrp="1"/>
          </p:cNvSpPr>
          <p:nvPr>
            <p:ph type="dt" sz="half" idx="10"/>
          </p:nvPr>
        </p:nvSpPr>
        <p:spPr/>
        <p:txBody>
          <a:bodyPr/>
          <a:lstStyle/>
          <a:p>
            <a:fld id="{5A9C53C7-4698-48A5-AA22-9A0BE7C09B00}"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12729BCE-3A20-4B79-B1FB-FD8FBB36462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9ACC2FA-0A81-43C2-A55F-28271BFD4030}"/>
              </a:ext>
            </a:extLst>
          </p:cNvPr>
          <p:cNvSpPr>
            <a:spLocks noGrp="1"/>
          </p:cNvSpPr>
          <p:nvPr>
            <p:ph type="sldNum" sz="quarter" idx="12"/>
          </p:nvPr>
        </p:nvSpPr>
        <p:spPr/>
        <p:txBody>
          <a:bodyPr/>
          <a:lstStyle/>
          <a:p>
            <a:fld id="{F1935C17-0A48-4FF3-8D86-AD3C9A5955D0}" type="slidenum">
              <a:rPr lang="zh-CN" altLang="en-US" smtClean="0"/>
              <a:t>‹#›</a:t>
            </a:fld>
            <a:endParaRPr lang="zh-CN" altLang="en-US"/>
          </a:p>
        </p:txBody>
      </p:sp>
    </p:spTree>
    <p:extLst>
      <p:ext uri="{BB962C8B-B14F-4D97-AF65-F5344CB8AC3E}">
        <p14:creationId xmlns:p14="http://schemas.microsoft.com/office/powerpoint/2010/main" val="2711378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1E9A5-6116-4C96-ABB4-D12F511A9EA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417EE10-884D-40FC-A729-9CAB10B1CA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97FA53D-31FD-4733-93FC-577922013AC6}"/>
              </a:ext>
            </a:extLst>
          </p:cNvPr>
          <p:cNvSpPr>
            <a:spLocks noGrp="1"/>
          </p:cNvSpPr>
          <p:nvPr>
            <p:ph type="dt" sz="half" idx="10"/>
          </p:nvPr>
        </p:nvSpPr>
        <p:spPr/>
        <p:txBody>
          <a:bodyPr/>
          <a:lstStyle/>
          <a:p>
            <a:fld id="{5A9C53C7-4698-48A5-AA22-9A0BE7C09B00}"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8724A3A2-41A1-48E1-9AD9-A6EFEDA3AF2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2AA874D-E64E-47E1-9C9C-B4E7DADC4951}"/>
              </a:ext>
            </a:extLst>
          </p:cNvPr>
          <p:cNvSpPr>
            <a:spLocks noGrp="1"/>
          </p:cNvSpPr>
          <p:nvPr>
            <p:ph type="sldNum" sz="quarter" idx="12"/>
          </p:nvPr>
        </p:nvSpPr>
        <p:spPr/>
        <p:txBody>
          <a:bodyPr/>
          <a:lstStyle/>
          <a:p>
            <a:fld id="{F1935C17-0A48-4FF3-8D86-AD3C9A5955D0}" type="slidenum">
              <a:rPr lang="zh-CN" altLang="en-US" smtClean="0"/>
              <a:t>‹#›</a:t>
            </a:fld>
            <a:endParaRPr lang="zh-CN" altLang="en-US"/>
          </a:p>
        </p:txBody>
      </p:sp>
    </p:spTree>
    <p:extLst>
      <p:ext uri="{BB962C8B-B14F-4D97-AF65-F5344CB8AC3E}">
        <p14:creationId xmlns:p14="http://schemas.microsoft.com/office/powerpoint/2010/main" val="4083130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23CAF9-E197-47B4-91FE-F913C01287F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40A76A8-E25A-4823-9477-85772324C69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0A5A47B-1776-47D4-8015-17F7BE9CA6E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D13008F-5A86-44DA-9953-5DDF72EDB985}"/>
              </a:ext>
            </a:extLst>
          </p:cNvPr>
          <p:cNvSpPr>
            <a:spLocks noGrp="1"/>
          </p:cNvSpPr>
          <p:nvPr>
            <p:ph type="dt" sz="half" idx="10"/>
          </p:nvPr>
        </p:nvSpPr>
        <p:spPr/>
        <p:txBody>
          <a:bodyPr/>
          <a:lstStyle/>
          <a:p>
            <a:fld id="{5A9C53C7-4698-48A5-AA22-9A0BE7C09B00}" type="datetimeFigureOut">
              <a:rPr lang="zh-CN" altLang="en-US" smtClean="0"/>
              <a:t>2019/10/18</a:t>
            </a:fld>
            <a:endParaRPr lang="zh-CN" altLang="en-US"/>
          </a:p>
        </p:txBody>
      </p:sp>
      <p:sp>
        <p:nvSpPr>
          <p:cNvPr id="6" name="页脚占位符 5">
            <a:extLst>
              <a:ext uri="{FF2B5EF4-FFF2-40B4-BE49-F238E27FC236}">
                <a16:creationId xmlns:a16="http://schemas.microsoft.com/office/drawing/2014/main" id="{95AE62FE-9BFE-4AD5-A6BB-5E4C6C981A2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4ECF67E-191B-4905-A025-16267487963E}"/>
              </a:ext>
            </a:extLst>
          </p:cNvPr>
          <p:cNvSpPr>
            <a:spLocks noGrp="1"/>
          </p:cNvSpPr>
          <p:nvPr>
            <p:ph type="sldNum" sz="quarter" idx="12"/>
          </p:nvPr>
        </p:nvSpPr>
        <p:spPr/>
        <p:txBody>
          <a:bodyPr/>
          <a:lstStyle/>
          <a:p>
            <a:fld id="{F1935C17-0A48-4FF3-8D86-AD3C9A5955D0}" type="slidenum">
              <a:rPr lang="zh-CN" altLang="en-US" smtClean="0"/>
              <a:t>‹#›</a:t>
            </a:fld>
            <a:endParaRPr lang="zh-CN" altLang="en-US"/>
          </a:p>
        </p:txBody>
      </p:sp>
    </p:spTree>
    <p:extLst>
      <p:ext uri="{BB962C8B-B14F-4D97-AF65-F5344CB8AC3E}">
        <p14:creationId xmlns:p14="http://schemas.microsoft.com/office/powerpoint/2010/main" val="277088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724299-E864-44A6-98D3-0CDB8BD3711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E240E9E-B658-476C-B7CF-856A0923AE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DB8D6B3-A8AA-4DD9-AFBB-504EEFFEE58D}"/>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2639A8B-3D89-4D51-9E1A-29F33C4950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7557887-7E8A-46CE-8730-98767E17A19E}"/>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4F252BC-671E-461A-BC3C-44690004BFD5}"/>
              </a:ext>
            </a:extLst>
          </p:cNvPr>
          <p:cNvSpPr>
            <a:spLocks noGrp="1"/>
          </p:cNvSpPr>
          <p:nvPr>
            <p:ph type="dt" sz="half" idx="10"/>
          </p:nvPr>
        </p:nvSpPr>
        <p:spPr/>
        <p:txBody>
          <a:bodyPr/>
          <a:lstStyle/>
          <a:p>
            <a:fld id="{5A9C53C7-4698-48A5-AA22-9A0BE7C09B00}" type="datetimeFigureOut">
              <a:rPr lang="zh-CN" altLang="en-US" smtClean="0"/>
              <a:t>2019/10/18</a:t>
            </a:fld>
            <a:endParaRPr lang="zh-CN" altLang="en-US"/>
          </a:p>
        </p:txBody>
      </p:sp>
      <p:sp>
        <p:nvSpPr>
          <p:cNvPr id="8" name="页脚占位符 7">
            <a:extLst>
              <a:ext uri="{FF2B5EF4-FFF2-40B4-BE49-F238E27FC236}">
                <a16:creationId xmlns:a16="http://schemas.microsoft.com/office/drawing/2014/main" id="{8489CD13-629B-49D7-932B-4BF2194F418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E696016-F120-4F2F-ABE6-32A0567CCE45}"/>
              </a:ext>
            </a:extLst>
          </p:cNvPr>
          <p:cNvSpPr>
            <a:spLocks noGrp="1"/>
          </p:cNvSpPr>
          <p:nvPr>
            <p:ph type="sldNum" sz="quarter" idx="12"/>
          </p:nvPr>
        </p:nvSpPr>
        <p:spPr/>
        <p:txBody>
          <a:bodyPr/>
          <a:lstStyle/>
          <a:p>
            <a:fld id="{F1935C17-0A48-4FF3-8D86-AD3C9A5955D0}" type="slidenum">
              <a:rPr lang="zh-CN" altLang="en-US" smtClean="0"/>
              <a:t>‹#›</a:t>
            </a:fld>
            <a:endParaRPr lang="zh-CN" altLang="en-US"/>
          </a:p>
        </p:txBody>
      </p:sp>
    </p:spTree>
    <p:extLst>
      <p:ext uri="{BB962C8B-B14F-4D97-AF65-F5344CB8AC3E}">
        <p14:creationId xmlns:p14="http://schemas.microsoft.com/office/powerpoint/2010/main" val="2543997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AFE504-EEF6-42E9-B695-F9B8FAF991F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CC64A6F-A324-490D-85E9-16BD90BBD69E}"/>
              </a:ext>
            </a:extLst>
          </p:cNvPr>
          <p:cNvSpPr>
            <a:spLocks noGrp="1"/>
          </p:cNvSpPr>
          <p:nvPr>
            <p:ph type="dt" sz="half" idx="10"/>
          </p:nvPr>
        </p:nvSpPr>
        <p:spPr/>
        <p:txBody>
          <a:bodyPr/>
          <a:lstStyle/>
          <a:p>
            <a:fld id="{5A9C53C7-4698-48A5-AA22-9A0BE7C09B00}" type="datetimeFigureOut">
              <a:rPr lang="zh-CN" altLang="en-US" smtClean="0"/>
              <a:t>2019/10/18</a:t>
            </a:fld>
            <a:endParaRPr lang="zh-CN" altLang="en-US"/>
          </a:p>
        </p:txBody>
      </p:sp>
      <p:sp>
        <p:nvSpPr>
          <p:cNvPr id="4" name="页脚占位符 3">
            <a:extLst>
              <a:ext uri="{FF2B5EF4-FFF2-40B4-BE49-F238E27FC236}">
                <a16:creationId xmlns:a16="http://schemas.microsoft.com/office/drawing/2014/main" id="{F5F032FD-6059-4DFD-AD12-273B50CFFC1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C91F11B-8710-4204-951C-7A484BA35BB1}"/>
              </a:ext>
            </a:extLst>
          </p:cNvPr>
          <p:cNvSpPr>
            <a:spLocks noGrp="1"/>
          </p:cNvSpPr>
          <p:nvPr>
            <p:ph type="sldNum" sz="quarter" idx="12"/>
          </p:nvPr>
        </p:nvSpPr>
        <p:spPr/>
        <p:txBody>
          <a:bodyPr/>
          <a:lstStyle/>
          <a:p>
            <a:fld id="{F1935C17-0A48-4FF3-8D86-AD3C9A5955D0}" type="slidenum">
              <a:rPr lang="zh-CN" altLang="en-US" smtClean="0"/>
              <a:t>‹#›</a:t>
            </a:fld>
            <a:endParaRPr lang="zh-CN" altLang="en-US"/>
          </a:p>
        </p:txBody>
      </p:sp>
    </p:spTree>
    <p:extLst>
      <p:ext uri="{BB962C8B-B14F-4D97-AF65-F5344CB8AC3E}">
        <p14:creationId xmlns:p14="http://schemas.microsoft.com/office/powerpoint/2010/main" val="23704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FF7983F-FB4D-4C84-AC3C-9A87227222A3}"/>
              </a:ext>
            </a:extLst>
          </p:cNvPr>
          <p:cNvSpPr>
            <a:spLocks noGrp="1"/>
          </p:cNvSpPr>
          <p:nvPr>
            <p:ph type="dt" sz="half" idx="10"/>
          </p:nvPr>
        </p:nvSpPr>
        <p:spPr/>
        <p:txBody>
          <a:bodyPr/>
          <a:lstStyle/>
          <a:p>
            <a:fld id="{5A9C53C7-4698-48A5-AA22-9A0BE7C09B00}" type="datetimeFigureOut">
              <a:rPr lang="zh-CN" altLang="en-US" smtClean="0"/>
              <a:t>2019/10/18</a:t>
            </a:fld>
            <a:endParaRPr lang="zh-CN" altLang="en-US"/>
          </a:p>
        </p:txBody>
      </p:sp>
      <p:sp>
        <p:nvSpPr>
          <p:cNvPr id="3" name="页脚占位符 2">
            <a:extLst>
              <a:ext uri="{FF2B5EF4-FFF2-40B4-BE49-F238E27FC236}">
                <a16:creationId xmlns:a16="http://schemas.microsoft.com/office/drawing/2014/main" id="{54F75398-9904-4C9E-BA33-A9661165E62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A4CB012-318E-4059-887D-5F8C828075B9}"/>
              </a:ext>
            </a:extLst>
          </p:cNvPr>
          <p:cNvSpPr>
            <a:spLocks noGrp="1"/>
          </p:cNvSpPr>
          <p:nvPr>
            <p:ph type="sldNum" sz="quarter" idx="12"/>
          </p:nvPr>
        </p:nvSpPr>
        <p:spPr/>
        <p:txBody>
          <a:bodyPr/>
          <a:lstStyle/>
          <a:p>
            <a:fld id="{F1935C17-0A48-4FF3-8D86-AD3C9A5955D0}" type="slidenum">
              <a:rPr lang="zh-CN" altLang="en-US" smtClean="0"/>
              <a:t>‹#›</a:t>
            </a:fld>
            <a:endParaRPr lang="zh-CN" altLang="en-US"/>
          </a:p>
        </p:txBody>
      </p:sp>
    </p:spTree>
    <p:extLst>
      <p:ext uri="{BB962C8B-B14F-4D97-AF65-F5344CB8AC3E}">
        <p14:creationId xmlns:p14="http://schemas.microsoft.com/office/powerpoint/2010/main" val="4222811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5930C5-B215-407D-B387-507F1786631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C2B43B5-EF65-4811-87A3-D3453B40DE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23A2097-D9CC-44A4-84AF-BD81A4BF8E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879E0C3-17CB-4A90-9FA3-3D59B872FF66}"/>
              </a:ext>
            </a:extLst>
          </p:cNvPr>
          <p:cNvSpPr>
            <a:spLocks noGrp="1"/>
          </p:cNvSpPr>
          <p:nvPr>
            <p:ph type="dt" sz="half" idx="10"/>
          </p:nvPr>
        </p:nvSpPr>
        <p:spPr/>
        <p:txBody>
          <a:bodyPr/>
          <a:lstStyle/>
          <a:p>
            <a:fld id="{5A9C53C7-4698-48A5-AA22-9A0BE7C09B00}" type="datetimeFigureOut">
              <a:rPr lang="zh-CN" altLang="en-US" smtClean="0"/>
              <a:t>2019/10/18</a:t>
            </a:fld>
            <a:endParaRPr lang="zh-CN" altLang="en-US"/>
          </a:p>
        </p:txBody>
      </p:sp>
      <p:sp>
        <p:nvSpPr>
          <p:cNvPr id="6" name="页脚占位符 5">
            <a:extLst>
              <a:ext uri="{FF2B5EF4-FFF2-40B4-BE49-F238E27FC236}">
                <a16:creationId xmlns:a16="http://schemas.microsoft.com/office/drawing/2014/main" id="{AACAFDB5-B02A-4431-8537-50450C41D3B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86C7090-5DDD-4EB4-8D42-4C89F097FF09}"/>
              </a:ext>
            </a:extLst>
          </p:cNvPr>
          <p:cNvSpPr>
            <a:spLocks noGrp="1"/>
          </p:cNvSpPr>
          <p:nvPr>
            <p:ph type="sldNum" sz="quarter" idx="12"/>
          </p:nvPr>
        </p:nvSpPr>
        <p:spPr/>
        <p:txBody>
          <a:bodyPr/>
          <a:lstStyle/>
          <a:p>
            <a:fld id="{F1935C17-0A48-4FF3-8D86-AD3C9A5955D0}" type="slidenum">
              <a:rPr lang="zh-CN" altLang="en-US" smtClean="0"/>
              <a:t>‹#›</a:t>
            </a:fld>
            <a:endParaRPr lang="zh-CN" altLang="en-US"/>
          </a:p>
        </p:txBody>
      </p:sp>
    </p:spTree>
    <p:extLst>
      <p:ext uri="{BB962C8B-B14F-4D97-AF65-F5344CB8AC3E}">
        <p14:creationId xmlns:p14="http://schemas.microsoft.com/office/powerpoint/2010/main" val="3118031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6CDA8D-2C16-477B-8A29-E44B4A8F6D2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C27ED16-D8E0-439F-B252-85E9BE7B05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A3FFF52-65C6-4B08-8C39-0A2DBB52EB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9A0BB92-E4A7-4D9A-AA20-A40144FBC73E}"/>
              </a:ext>
            </a:extLst>
          </p:cNvPr>
          <p:cNvSpPr>
            <a:spLocks noGrp="1"/>
          </p:cNvSpPr>
          <p:nvPr>
            <p:ph type="dt" sz="half" idx="10"/>
          </p:nvPr>
        </p:nvSpPr>
        <p:spPr/>
        <p:txBody>
          <a:bodyPr/>
          <a:lstStyle/>
          <a:p>
            <a:fld id="{5A9C53C7-4698-48A5-AA22-9A0BE7C09B00}" type="datetimeFigureOut">
              <a:rPr lang="zh-CN" altLang="en-US" smtClean="0"/>
              <a:t>2019/10/18</a:t>
            </a:fld>
            <a:endParaRPr lang="zh-CN" altLang="en-US"/>
          </a:p>
        </p:txBody>
      </p:sp>
      <p:sp>
        <p:nvSpPr>
          <p:cNvPr id="6" name="页脚占位符 5">
            <a:extLst>
              <a:ext uri="{FF2B5EF4-FFF2-40B4-BE49-F238E27FC236}">
                <a16:creationId xmlns:a16="http://schemas.microsoft.com/office/drawing/2014/main" id="{35DDC811-4287-4A71-89CD-873FA054B27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1F43DD8-245C-4CCB-AA30-E63BDA75C746}"/>
              </a:ext>
            </a:extLst>
          </p:cNvPr>
          <p:cNvSpPr>
            <a:spLocks noGrp="1"/>
          </p:cNvSpPr>
          <p:nvPr>
            <p:ph type="sldNum" sz="quarter" idx="12"/>
          </p:nvPr>
        </p:nvSpPr>
        <p:spPr/>
        <p:txBody>
          <a:bodyPr/>
          <a:lstStyle/>
          <a:p>
            <a:fld id="{F1935C17-0A48-4FF3-8D86-AD3C9A5955D0}" type="slidenum">
              <a:rPr lang="zh-CN" altLang="en-US" smtClean="0"/>
              <a:t>‹#›</a:t>
            </a:fld>
            <a:endParaRPr lang="zh-CN" altLang="en-US"/>
          </a:p>
        </p:txBody>
      </p:sp>
    </p:spTree>
    <p:extLst>
      <p:ext uri="{BB962C8B-B14F-4D97-AF65-F5344CB8AC3E}">
        <p14:creationId xmlns:p14="http://schemas.microsoft.com/office/powerpoint/2010/main" val="407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6A79C1-4A54-4B0D-926A-303EC869ED8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E0C8325-6509-4F11-BD37-3E8616FD65D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3BA2BEC-ED90-443E-9B76-2DF845B538AB}"/>
              </a:ext>
            </a:extLst>
          </p:cNvPr>
          <p:cNvSpPr>
            <a:spLocks noGrp="1"/>
          </p:cNvSpPr>
          <p:nvPr>
            <p:ph type="dt" sz="half" idx="10"/>
          </p:nvPr>
        </p:nvSpPr>
        <p:spPr/>
        <p:txBody>
          <a:bodyPr/>
          <a:lstStyle/>
          <a:p>
            <a:fld id="{5A9C53C7-4698-48A5-AA22-9A0BE7C09B00}"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A66CB78D-38B0-4CC7-B81C-9401E7FB528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457CF2D-0503-4A8A-9918-8A40160E29AC}"/>
              </a:ext>
            </a:extLst>
          </p:cNvPr>
          <p:cNvSpPr>
            <a:spLocks noGrp="1"/>
          </p:cNvSpPr>
          <p:nvPr>
            <p:ph type="sldNum" sz="quarter" idx="12"/>
          </p:nvPr>
        </p:nvSpPr>
        <p:spPr/>
        <p:txBody>
          <a:bodyPr/>
          <a:lstStyle/>
          <a:p>
            <a:fld id="{F1935C17-0A48-4FF3-8D86-AD3C9A5955D0}" type="slidenum">
              <a:rPr lang="zh-CN" altLang="en-US" smtClean="0"/>
              <a:t>‹#›</a:t>
            </a:fld>
            <a:endParaRPr lang="zh-CN" altLang="en-US"/>
          </a:p>
        </p:txBody>
      </p:sp>
    </p:spTree>
    <p:extLst>
      <p:ext uri="{BB962C8B-B14F-4D97-AF65-F5344CB8AC3E}">
        <p14:creationId xmlns:p14="http://schemas.microsoft.com/office/powerpoint/2010/main" val="2477878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903390B-3FDE-4194-905C-127E8046E18B}"/>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C7AE02D-30CA-4ACA-B252-F296D1CF301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6901A6A-D713-4677-AF8D-9C997E96B3E9}"/>
              </a:ext>
            </a:extLst>
          </p:cNvPr>
          <p:cNvSpPr>
            <a:spLocks noGrp="1"/>
          </p:cNvSpPr>
          <p:nvPr>
            <p:ph type="dt" sz="half" idx="10"/>
          </p:nvPr>
        </p:nvSpPr>
        <p:spPr/>
        <p:txBody>
          <a:bodyPr/>
          <a:lstStyle/>
          <a:p>
            <a:fld id="{5A9C53C7-4698-48A5-AA22-9A0BE7C09B00}"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AD051A2D-FC80-4232-9060-2CB49037299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59C773C-43AC-42A2-83EB-15E318B2FBF0}"/>
              </a:ext>
            </a:extLst>
          </p:cNvPr>
          <p:cNvSpPr>
            <a:spLocks noGrp="1"/>
          </p:cNvSpPr>
          <p:nvPr>
            <p:ph type="sldNum" sz="quarter" idx="12"/>
          </p:nvPr>
        </p:nvSpPr>
        <p:spPr/>
        <p:txBody>
          <a:bodyPr/>
          <a:lstStyle/>
          <a:p>
            <a:fld id="{F1935C17-0A48-4FF3-8D86-AD3C9A5955D0}" type="slidenum">
              <a:rPr lang="zh-CN" altLang="en-US" smtClean="0"/>
              <a:t>‹#›</a:t>
            </a:fld>
            <a:endParaRPr lang="zh-CN" altLang="en-US"/>
          </a:p>
        </p:txBody>
      </p:sp>
    </p:spTree>
    <p:extLst>
      <p:ext uri="{BB962C8B-B14F-4D97-AF65-F5344CB8AC3E}">
        <p14:creationId xmlns:p14="http://schemas.microsoft.com/office/powerpoint/2010/main" val="3494798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F46A124-1B5C-4737-9CC9-3DF4514431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B52D04C-5312-46C0-A690-11684820F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1A21B1A-AA02-439A-AB39-0C565DF24B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9C53C7-4698-48A5-AA22-9A0BE7C09B00}"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D46CD123-E425-4785-ACE9-77C3FC83B2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CEE81AF-0BF1-4093-8089-ADE210574C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935C17-0A48-4FF3-8D86-AD3C9A5955D0}" type="slidenum">
              <a:rPr lang="zh-CN" altLang="en-US" smtClean="0"/>
              <a:t>‹#›</a:t>
            </a:fld>
            <a:endParaRPr lang="zh-CN" altLang="en-US"/>
          </a:p>
        </p:txBody>
      </p:sp>
    </p:spTree>
    <p:extLst>
      <p:ext uri="{BB962C8B-B14F-4D97-AF65-F5344CB8AC3E}">
        <p14:creationId xmlns:p14="http://schemas.microsoft.com/office/powerpoint/2010/main" val="26885923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0"/>
            <a:lum/>
          </a:blip>
          <a:srcRect/>
          <a:stretch>
            <a:fillRect t="-9000" b="-9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9C1D02-344F-459A-86C8-706C281250DA}"/>
              </a:ext>
            </a:extLst>
          </p:cNvPr>
          <p:cNvSpPr>
            <a:spLocks noGrp="1"/>
          </p:cNvSpPr>
          <p:nvPr>
            <p:ph type="ctrTitle"/>
          </p:nvPr>
        </p:nvSpPr>
        <p:spPr>
          <a:xfrm>
            <a:off x="942109" y="1808163"/>
            <a:ext cx="9144000" cy="2387600"/>
          </a:xfrm>
        </p:spPr>
        <p:txBody>
          <a:bodyPr/>
          <a:lstStyle/>
          <a:p>
            <a:pPr>
              <a:lnSpc>
                <a:spcPct val="150000"/>
              </a:lnSpc>
            </a:pPr>
            <a:r>
              <a:rPr lang="zh-CN" altLang="en-US" b="1" dirty="0">
                <a:latin typeface="微软雅黑" panose="020B0503020204020204" pitchFamily="34" charset="-122"/>
                <a:ea typeface="微软雅黑" panose="020B0503020204020204" pitchFamily="34" charset="-122"/>
              </a:rPr>
              <a:t>高级英语</a:t>
            </a:r>
            <a:br>
              <a:rPr lang="en-US" altLang="zh-CN" b="1" dirty="0">
                <a:latin typeface="微软雅黑" panose="020B0503020204020204" pitchFamily="34" charset="-122"/>
                <a:ea typeface="微软雅黑" panose="020B0503020204020204" pitchFamily="34" charset="-122"/>
              </a:rPr>
            </a:br>
            <a:r>
              <a:rPr lang="zh-CN" altLang="en-US" sz="4000" dirty="0">
                <a:latin typeface="微软雅黑" panose="020B0503020204020204" pitchFamily="34" charset="-122"/>
                <a:ea typeface="微软雅黑" panose="020B0503020204020204" pitchFamily="34" charset="-122"/>
              </a:rPr>
              <a:t>基础精讲四</a:t>
            </a:r>
            <a:endParaRPr lang="zh-CN" altLang="en-US"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FBC9D15B-0EA1-4105-A34E-21D8D42867E9}"/>
              </a:ext>
            </a:extLst>
          </p:cNvPr>
          <p:cNvSpPr/>
          <p:nvPr/>
        </p:nvSpPr>
        <p:spPr>
          <a:xfrm>
            <a:off x="72667" y="366701"/>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03148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E76AFCC-4355-4CE5-A56A-B4F1F07CAC25}"/>
              </a:ext>
            </a:extLst>
          </p:cNvPr>
          <p:cNvSpPr/>
          <p:nvPr/>
        </p:nvSpPr>
        <p:spPr>
          <a:xfrm>
            <a:off x="142455" y="58924"/>
            <a:ext cx="4456669"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lumMod val="95000"/>
                  </a:prstClr>
                </a:solidFill>
                <a:effectLst/>
                <a:uLnTx/>
                <a:uFillTx/>
                <a:latin typeface="Helvetica Neue For Number"/>
                <a:ea typeface="等线" panose="02010600030101010101" pitchFamily="2" charset="-122"/>
                <a:cs typeface="+mn-cs"/>
              </a:rPr>
              <a:t>1.1.2.9</a:t>
            </a:r>
            <a:r>
              <a:rPr kumimoji="0" lang="zh-CN" altLang="en-US" sz="1400" b="0" i="0" u="none" strike="noStrike" kern="1200" cap="none" spc="0" normalizeH="0" baseline="0" noProof="0" dirty="0">
                <a:ln>
                  <a:noFill/>
                </a:ln>
                <a:solidFill>
                  <a:prstClr val="white">
                    <a:lumMod val="95000"/>
                  </a:prstClr>
                </a:solidFill>
                <a:effectLst/>
                <a:uLnTx/>
                <a:uFillTx/>
                <a:latin typeface="Helvetica Neue For Number"/>
                <a:ea typeface="等线" panose="02010600030101010101" pitchFamily="2" charset="-122"/>
                <a:cs typeface="+mn-cs"/>
              </a:rPr>
              <a:t>永不脱离黑人区（</a:t>
            </a:r>
            <a:r>
              <a:rPr kumimoji="0" lang="en-US" altLang="zh-CN" sz="1400" b="0" i="0" u="none" strike="noStrike" kern="1200" cap="none" spc="0" normalizeH="0" baseline="0" noProof="0" dirty="0">
                <a:ln>
                  <a:noFill/>
                </a:ln>
                <a:solidFill>
                  <a:prstClr val="white">
                    <a:lumMod val="95000"/>
                  </a:prstClr>
                </a:solidFill>
                <a:effectLst/>
                <a:uLnTx/>
                <a:uFillTx/>
                <a:latin typeface="Helvetica Neue For Number"/>
                <a:ea typeface="等线" panose="02010600030101010101" pitchFamily="2" charset="-122"/>
                <a:cs typeface="+mn-cs"/>
              </a:rPr>
              <a:t>I’ll Never Escape the Ghetto)</a:t>
            </a:r>
            <a:endParaRPr kumimoji="0" lang="zh-CN" altLang="en-US" sz="1400" b="0" i="0" u="none" strike="noStrike" kern="1200" cap="none" spc="0" normalizeH="0" baseline="0" noProof="0" dirty="0">
              <a:ln>
                <a:noFill/>
              </a:ln>
              <a:solidFill>
                <a:prstClr val="white">
                  <a:lumMod val="95000"/>
                </a:prstClr>
              </a:solidFill>
              <a:effectLst/>
              <a:uLnTx/>
              <a:uFillTx/>
              <a:latin typeface="等线" panose="020F0502020204030204"/>
              <a:ea typeface="等线" panose="02010600030101010101" pitchFamily="2" charset="-122"/>
              <a:cs typeface="+mn-cs"/>
            </a:endParaRPr>
          </a:p>
        </p:txBody>
      </p:sp>
      <p:pic>
        <p:nvPicPr>
          <p:cNvPr id="5" name="图片 4">
            <a:extLst>
              <a:ext uri="{FF2B5EF4-FFF2-40B4-BE49-F238E27FC236}">
                <a16:creationId xmlns:a16="http://schemas.microsoft.com/office/drawing/2014/main" id="{E02100A0-FC00-4BB5-A65E-F5B268134B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9763" y="866643"/>
            <a:ext cx="3956253" cy="5124713"/>
          </a:xfrm>
          <a:prstGeom prst="rect">
            <a:avLst/>
          </a:prstGeom>
        </p:spPr>
      </p:pic>
      <p:sp>
        <p:nvSpPr>
          <p:cNvPr id="7" name="矩形 6">
            <a:extLst>
              <a:ext uri="{FF2B5EF4-FFF2-40B4-BE49-F238E27FC236}">
                <a16:creationId xmlns:a16="http://schemas.microsoft.com/office/drawing/2014/main" id="{0D8EDFFB-F22E-4E72-81E4-72D472BE38DD}"/>
              </a:ext>
            </a:extLst>
          </p:cNvPr>
          <p:cNvSpPr/>
          <p:nvPr/>
        </p:nvSpPr>
        <p:spPr>
          <a:xfrm>
            <a:off x="5416446" y="2198930"/>
            <a:ext cx="6096000" cy="2536400"/>
          </a:xfrm>
          <a:prstGeom prst="rect">
            <a:avLst/>
          </a:prstGeom>
        </p:spPr>
        <p:txBody>
          <a:bodyP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111111"/>
                </a:solidFill>
                <a:effectLst/>
                <a:uLnTx/>
                <a:uFillTx/>
                <a:latin typeface="微软雅黑" panose="020B0503020204020204" pitchFamily="34" charset="-122"/>
                <a:ea typeface="微软雅黑" panose="020B0503020204020204" pitchFamily="34" charset="-122"/>
                <a:cs typeface="+mn-cs"/>
              </a:rPr>
              <a:t>So if I‘m not black enough, and if I’m not white enough, and if I‘m not man enough, then tell me, Tony, what am I</a:t>
            </a:r>
            <a:r>
              <a:rPr kumimoji="0" lang="zh-CN" altLang="en-US" sz="1800" b="0" i="0" u="none" strike="noStrike" kern="1200" cap="none" spc="0" normalizeH="0" baseline="0" noProof="0" dirty="0">
                <a:ln>
                  <a:noFill/>
                </a:ln>
                <a:solidFill>
                  <a:srgbClr val="111111"/>
                </a:solidFill>
                <a:effectLst/>
                <a:uLnTx/>
                <a:uFillTx/>
                <a:latin typeface="微软雅黑" panose="020B0503020204020204" pitchFamily="34" charset="-122"/>
                <a:ea typeface="微软雅黑" panose="020B0503020204020204" pitchFamily="34" charset="-122"/>
                <a:cs typeface="+mn-cs"/>
              </a:rPr>
              <a:t>？</a:t>
            </a:r>
            <a:endParaRPr kumimoji="0" lang="en-US" altLang="zh-CN" sz="1800" b="0" i="0" u="none" strike="noStrike" kern="1200" cap="none" spc="0" normalizeH="0" baseline="0" noProof="0" dirty="0">
              <a:ln>
                <a:noFill/>
              </a:ln>
              <a:solidFill>
                <a:srgbClr val="11111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如果我不够黑，也不够白，甚至也不够男人，那么托尼你告诉我，我到底是什么人。</a:t>
            </a:r>
          </a:p>
        </p:txBody>
      </p:sp>
      <p:sp>
        <p:nvSpPr>
          <p:cNvPr id="6" name="矩形 5">
            <a:extLst>
              <a:ext uri="{FF2B5EF4-FFF2-40B4-BE49-F238E27FC236}">
                <a16:creationId xmlns:a16="http://schemas.microsoft.com/office/drawing/2014/main" id="{FB4120AD-F43C-473B-B4F0-FE1A6065D425}"/>
              </a:ext>
            </a:extLst>
          </p:cNvPr>
          <p:cNvSpPr/>
          <p:nvPr/>
        </p:nvSpPr>
        <p:spPr>
          <a:xfrm>
            <a:off x="72667" y="366701"/>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02309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749964" y="503875"/>
            <a:ext cx="881841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目录</a:t>
            </a:r>
          </a:p>
        </p:txBody>
      </p:sp>
      <p:sp>
        <p:nvSpPr>
          <p:cNvPr id="6" name="文本框 5">
            <a:extLst>
              <a:ext uri="{FF2B5EF4-FFF2-40B4-BE49-F238E27FC236}">
                <a16:creationId xmlns:a16="http://schemas.microsoft.com/office/drawing/2014/main" id="{CB6437EF-AFBD-4372-9991-212975DB5262}"/>
              </a:ext>
            </a:extLst>
          </p:cNvPr>
          <p:cNvSpPr txBox="1"/>
          <p:nvPr/>
        </p:nvSpPr>
        <p:spPr>
          <a:xfrm>
            <a:off x="2858581" y="2672453"/>
            <a:ext cx="8818418" cy="1669881"/>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一、课文带读（下册 </a:t>
            </a:r>
            <a:r>
              <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endPar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二、题型讲解</a:t>
            </a:r>
            <a:r>
              <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选词填空</a:t>
            </a:r>
          </a:p>
        </p:txBody>
      </p:sp>
      <p:sp>
        <p:nvSpPr>
          <p:cNvPr id="2" name="矩形 1">
            <a:extLst>
              <a:ext uri="{FF2B5EF4-FFF2-40B4-BE49-F238E27FC236}">
                <a16:creationId xmlns:a16="http://schemas.microsoft.com/office/drawing/2014/main" id="{4E76AFCC-4355-4CE5-A56A-B4F1F07CAC25}"/>
              </a:ext>
            </a:extLst>
          </p:cNvPr>
          <p:cNvSpPr/>
          <p:nvPr/>
        </p:nvSpPr>
        <p:spPr>
          <a:xfrm>
            <a:off x="142455" y="58924"/>
            <a:ext cx="4456669"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lumMod val="95000"/>
                  </a:prstClr>
                </a:solidFill>
                <a:effectLst/>
                <a:uLnTx/>
                <a:uFillTx/>
                <a:latin typeface="Helvetica Neue For Number"/>
                <a:ea typeface="等线" panose="02010600030101010101" pitchFamily="2" charset="-122"/>
                <a:cs typeface="+mn-cs"/>
              </a:rPr>
              <a:t>1.1.2.9</a:t>
            </a:r>
            <a:r>
              <a:rPr kumimoji="0" lang="zh-CN" altLang="en-US" sz="1400" b="0" i="0" u="none" strike="noStrike" kern="1200" cap="none" spc="0" normalizeH="0" baseline="0" noProof="0" dirty="0">
                <a:ln>
                  <a:noFill/>
                </a:ln>
                <a:solidFill>
                  <a:prstClr val="white">
                    <a:lumMod val="95000"/>
                  </a:prstClr>
                </a:solidFill>
                <a:effectLst/>
                <a:uLnTx/>
                <a:uFillTx/>
                <a:latin typeface="Helvetica Neue For Number"/>
                <a:ea typeface="等线" panose="02010600030101010101" pitchFamily="2" charset="-122"/>
                <a:cs typeface="+mn-cs"/>
              </a:rPr>
              <a:t>永不脱离黑人区（</a:t>
            </a:r>
            <a:r>
              <a:rPr kumimoji="0" lang="en-US" altLang="zh-CN" sz="1400" b="0" i="0" u="none" strike="noStrike" kern="1200" cap="none" spc="0" normalizeH="0" baseline="0" noProof="0" dirty="0">
                <a:ln>
                  <a:noFill/>
                </a:ln>
                <a:solidFill>
                  <a:prstClr val="white">
                    <a:lumMod val="95000"/>
                  </a:prstClr>
                </a:solidFill>
                <a:effectLst/>
                <a:uLnTx/>
                <a:uFillTx/>
                <a:latin typeface="Helvetica Neue For Number"/>
                <a:ea typeface="等线" panose="02010600030101010101" pitchFamily="2" charset="-122"/>
                <a:cs typeface="+mn-cs"/>
              </a:rPr>
              <a:t>I’ll Never Escape the Ghetto)</a:t>
            </a:r>
            <a:endParaRPr kumimoji="0" lang="zh-CN" altLang="en-US" sz="1400" b="0" i="0" u="none" strike="noStrike" kern="1200" cap="none" spc="0" normalizeH="0" baseline="0" noProof="0" dirty="0">
              <a:ln>
                <a:noFill/>
              </a:ln>
              <a:solidFill>
                <a:prstClr val="white">
                  <a:lumMod val="95000"/>
                </a:prstClr>
              </a:solidFill>
              <a:effectLst/>
              <a:uLnTx/>
              <a:uFillTx/>
              <a:latin typeface="等线"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4FDD5755-73C7-4220-9594-777DE26FF37A}"/>
              </a:ext>
            </a:extLst>
          </p:cNvPr>
          <p:cNvSpPr/>
          <p:nvPr/>
        </p:nvSpPr>
        <p:spPr>
          <a:xfrm>
            <a:off x="72667" y="366701"/>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48633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3103419" y="1350819"/>
            <a:ext cx="881841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I’ll Never Escape the Ghetto</a:t>
            </a:r>
            <a:endPar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5" name="图片 4">
            <a:extLst>
              <a:ext uri="{FF2B5EF4-FFF2-40B4-BE49-F238E27FC236}">
                <a16:creationId xmlns:a16="http://schemas.microsoft.com/office/drawing/2014/main" id="{369821EB-1937-4894-94BB-C5678674CA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2540" y="2735705"/>
            <a:ext cx="3026920" cy="3665095"/>
          </a:xfrm>
          <a:prstGeom prst="rect">
            <a:avLst/>
          </a:prstGeom>
        </p:spPr>
      </p:pic>
      <p:sp>
        <p:nvSpPr>
          <p:cNvPr id="6" name="矩形 5">
            <a:extLst>
              <a:ext uri="{FF2B5EF4-FFF2-40B4-BE49-F238E27FC236}">
                <a16:creationId xmlns:a16="http://schemas.microsoft.com/office/drawing/2014/main" id="{075757AB-65D0-4D2E-9EC1-E8F62A2A41EF}"/>
              </a:ext>
            </a:extLst>
          </p:cNvPr>
          <p:cNvSpPr/>
          <p:nvPr/>
        </p:nvSpPr>
        <p:spPr>
          <a:xfrm>
            <a:off x="72667" y="366701"/>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52331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3103419" y="1350819"/>
            <a:ext cx="881841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I’ll Never Escape the Ghetto</a:t>
            </a:r>
            <a:endPar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5" name="图片 4">
            <a:extLst>
              <a:ext uri="{FF2B5EF4-FFF2-40B4-BE49-F238E27FC236}">
                <a16:creationId xmlns:a16="http://schemas.microsoft.com/office/drawing/2014/main" id="{369821EB-1937-4894-94BB-C5678674CA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2540" y="2735705"/>
            <a:ext cx="3026920" cy="3665095"/>
          </a:xfrm>
          <a:prstGeom prst="rect">
            <a:avLst/>
          </a:prstGeom>
        </p:spPr>
      </p:pic>
      <p:sp>
        <p:nvSpPr>
          <p:cNvPr id="6" name="文本框 5">
            <a:extLst>
              <a:ext uri="{FF2B5EF4-FFF2-40B4-BE49-F238E27FC236}">
                <a16:creationId xmlns:a16="http://schemas.microsoft.com/office/drawing/2014/main" id="{8DE9B5F3-8313-4820-A302-226DD213F9B1}"/>
              </a:ext>
            </a:extLst>
          </p:cNvPr>
          <p:cNvSpPr txBox="1"/>
          <p:nvPr/>
        </p:nvSpPr>
        <p:spPr>
          <a:xfrm>
            <a:off x="4287642" y="1937189"/>
            <a:ext cx="591316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永不脱离黑人区</a:t>
            </a:r>
          </a:p>
        </p:txBody>
      </p:sp>
      <p:sp>
        <p:nvSpPr>
          <p:cNvPr id="7" name="矩形 6">
            <a:extLst>
              <a:ext uri="{FF2B5EF4-FFF2-40B4-BE49-F238E27FC236}">
                <a16:creationId xmlns:a16="http://schemas.microsoft.com/office/drawing/2014/main" id="{617A981E-E74E-484D-908E-EB3079799EF6}"/>
              </a:ext>
            </a:extLst>
          </p:cNvPr>
          <p:cNvSpPr/>
          <p:nvPr/>
        </p:nvSpPr>
        <p:spPr>
          <a:xfrm>
            <a:off x="72667" y="366701"/>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35637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378289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Para5</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My own state of mind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（心态）</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when I left Watts eight years ago to take up the freshman year</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（第一年）</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Whittier College , was different. It was to me less of a departure</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（离开）</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was the stepping off</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（出发）</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point of an Odyssey that was to take me through Whittier College and Oxford University, to Yale Law School , and back to Watts. I had intended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（计划）</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then, as now , to make Watts my home.</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Watts</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：瓦茨，洛杉矶南部的黑人区</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Whittier College</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：惠蒂尔学院，是一美国私立的文化艺术大学。</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Odyssey</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奥德赛</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，其中描写了奥德赛在特洛伊战争后十年内辗转回家的种种经历，引申为漫长的旅途。</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矩形 4">
            <a:extLst>
              <a:ext uri="{FF2B5EF4-FFF2-40B4-BE49-F238E27FC236}">
                <a16:creationId xmlns:a16="http://schemas.microsoft.com/office/drawing/2014/main" id="{7B68C46B-8572-4D47-8A4E-0ACAD1FD8FFD}"/>
              </a:ext>
            </a:extLst>
          </p:cNvPr>
          <p:cNvSpPr/>
          <p:nvPr/>
        </p:nvSpPr>
        <p:spPr>
          <a:xfrm>
            <a:off x="72667" y="366701"/>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19257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2757055" y="2149871"/>
            <a:ext cx="1932709" cy="336739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freshman </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sophomore</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junior </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senior</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矩形 4">
            <a:extLst>
              <a:ext uri="{FF2B5EF4-FFF2-40B4-BE49-F238E27FC236}">
                <a16:creationId xmlns:a16="http://schemas.microsoft.com/office/drawing/2014/main" id="{73644203-0A35-49D0-AE9D-8D5B720C3C05}"/>
              </a:ext>
            </a:extLst>
          </p:cNvPr>
          <p:cNvSpPr/>
          <p:nvPr/>
        </p:nvSpPr>
        <p:spPr>
          <a:xfrm>
            <a:off x="6414655" y="2149871"/>
            <a:ext cx="1932709" cy="295189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大一学生</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大二学生</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大三学生</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大四学生</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 name="矩形 5">
            <a:extLst>
              <a:ext uri="{FF2B5EF4-FFF2-40B4-BE49-F238E27FC236}">
                <a16:creationId xmlns:a16="http://schemas.microsoft.com/office/drawing/2014/main" id="{B133558C-1830-4395-809F-62F64EF6A172}"/>
              </a:ext>
            </a:extLst>
          </p:cNvPr>
          <p:cNvSpPr/>
          <p:nvPr/>
        </p:nvSpPr>
        <p:spPr>
          <a:xfrm>
            <a:off x="72667" y="366701"/>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48905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2528454" y="5694218"/>
            <a:ext cx="138545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Harvard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哈佛大学</a:t>
            </a:r>
          </a:p>
        </p:txBody>
      </p:sp>
      <p:pic>
        <p:nvPicPr>
          <p:cNvPr id="6" name="图片 5">
            <a:extLst>
              <a:ext uri="{FF2B5EF4-FFF2-40B4-BE49-F238E27FC236}">
                <a16:creationId xmlns:a16="http://schemas.microsoft.com/office/drawing/2014/main" id="{59646C1B-2765-4F65-84F2-68D359D249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8431"/>
            <a:ext cx="1895061" cy="1238250"/>
          </a:xfrm>
          <a:prstGeom prst="rect">
            <a:avLst/>
          </a:prstGeom>
        </p:spPr>
      </p:pic>
      <p:pic>
        <p:nvPicPr>
          <p:cNvPr id="3" name="图片 2">
            <a:extLst>
              <a:ext uri="{FF2B5EF4-FFF2-40B4-BE49-F238E27FC236}">
                <a16:creationId xmlns:a16="http://schemas.microsoft.com/office/drawing/2014/main" id="{A1EADDAB-CD5C-4089-90FC-8AB3CF8810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9296" y="2036618"/>
            <a:ext cx="7119449" cy="3768823"/>
          </a:xfrm>
          <a:prstGeom prst="rect">
            <a:avLst/>
          </a:prstGeom>
        </p:spPr>
      </p:pic>
      <p:sp>
        <p:nvSpPr>
          <p:cNvPr id="7" name="文本框 6">
            <a:extLst>
              <a:ext uri="{FF2B5EF4-FFF2-40B4-BE49-F238E27FC236}">
                <a16:creationId xmlns:a16="http://schemas.microsoft.com/office/drawing/2014/main" id="{76AAFFF1-6FE6-49FC-904E-3CD0B7CE0A2C}"/>
              </a:ext>
            </a:extLst>
          </p:cNvPr>
          <p:cNvSpPr txBox="1"/>
          <p:nvPr/>
        </p:nvSpPr>
        <p:spPr>
          <a:xfrm>
            <a:off x="4036811" y="5694218"/>
            <a:ext cx="2121534"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Pennsylvania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宾夕法尼亚大学</a:t>
            </a:r>
          </a:p>
        </p:txBody>
      </p:sp>
      <p:sp>
        <p:nvSpPr>
          <p:cNvPr id="9" name="文本框 8">
            <a:extLst>
              <a:ext uri="{FF2B5EF4-FFF2-40B4-BE49-F238E27FC236}">
                <a16:creationId xmlns:a16="http://schemas.microsoft.com/office/drawing/2014/main" id="{4779875A-33A7-4DCF-BDAB-FC14F10EA1CC}"/>
              </a:ext>
            </a:extLst>
          </p:cNvPr>
          <p:cNvSpPr txBox="1"/>
          <p:nvPr/>
        </p:nvSpPr>
        <p:spPr>
          <a:xfrm>
            <a:off x="5957455" y="5694218"/>
            <a:ext cx="2121534"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Princeton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普林斯顿大学</a:t>
            </a:r>
          </a:p>
        </p:txBody>
      </p:sp>
      <p:sp>
        <p:nvSpPr>
          <p:cNvPr id="10" name="文本框 9">
            <a:extLst>
              <a:ext uri="{FF2B5EF4-FFF2-40B4-BE49-F238E27FC236}">
                <a16:creationId xmlns:a16="http://schemas.microsoft.com/office/drawing/2014/main" id="{BA553694-EC5E-47DC-A50C-DBD238E65308}"/>
              </a:ext>
            </a:extLst>
          </p:cNvPr>
          <p:cNvSpPr txBox="1"/>
          <p:nvPr/>
        </p:nvSpPr>
        <p:spPr>
          <a:xfrm>
            <a:off x="7902228" y="5694217"/>
            <a:ext cx="138545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Yale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耶鲁大学</a:t>
            </a:r>
          </a:p>
        </p:txBody>
      </p:sp>
      <p:sp>
        <p:nvSpPr>
          <p:cNvPr id="11" name="文本框 10">
            <a:extLst>
              <a:ext uri="{FF2B5EF4-FFF2-40B4-BE49-F238E27FC236}">
                <a16:creationId xmlns:a16="http://schemas.microsoft.com/office/drawing/2014/main" id="{C2EEFE2E-E74A-425F-BFF7-74AE4ECF9CB9}"/>
              </a:ext>
            </a:extLst>
          </p:cNvPr>
          <p:cNvSpPr txBox="1"/>
          <p:nvPr/>
        </p:nvSpPr>
        <p:spPr>
          <a:xfrm>
            <a:off x="7682344" y="1404141"/>
            <a:ext cx="1676401"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Dartmouth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达特茅斯学院</a:t>
            </a:r>
          </a:p>
        </p:txBody>
      </p:sp>
      <p:sp>
        <p:nvSpPr>
          <p:cNvPr id="12" name="文本框 11">
            <a:extLst>
              <a:ext uri="{FF2B5EF4-FFF2-40B4-BE49-F238E27FC236}">
                <a16:creationId xmlns:a16="http://schemas.microsoft.com/office/drawing/2014/main" id="{87044573-BE98-4B6B-B370-6777632D405B}"/>
              </a:ext>
            </a:extLst>
          </p:cNvPr>
          <p:cNvSpPr txBox="1"/>
          <p:nvPr/>
        </p:nvSpPr>
        <p:spPr>
          <a:xfrm>
            <a:off x="5981586" y="1386681"/>
            <a:ext cx="138545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Cornell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康奈尔大学</a:t>
            </a:r>
          </a:p>
        </p:txBody>
      </p:sp>
      <p:sp>
        <p:nvSpPr>
          <p:cNvPr id="13" name="文本框 12">
            <a:extLst>
              <a:ext uri="{FF2B5EF4-FFF2-40B4-BE49-F238E27FC236}">
                <a16:creationId xmlns:a16="http://schemas.microsoft.com/office/drawing/2014/main" id="{C7203DBC-30D0-4779-BF8B-D4779605344C}"/>
              </a:ext>
            </a:extLst>
          </p:cNvPr>
          <p:cNvSpPr txBox="1"/>
          <p:nvPr/>
        </p:nvSpPr>
        <p:spPr>
          <a:xfrm>
            <a:off x="4211225" y="1405366"/>
            <a:ext cx="158779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Columbia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哥伦比亚大学</a:t>
            </a:r>
          </a:p>
        </p:txBody>
      </p:sp>
      <p:sp>
        <p:nvSpPr>
          <p:cNvPr id="14" name="文本框 13">
            <a:extLst>
              <a:ext uri="{FF2B5EF4-FFF2-40B4-BE49-F238E27FC236}">
                <a16:creationId xmlns:a16="http://schemas.microsoft.com/office/drawing/2014/main" id="{A653B20B-365D-4CE9-8612-FC84B9299325}"/>
              </a:ext>
            </a:extLst>
          </p:cNvPr>
          <p:cNvSpPr txBox="1"/>
          <p:nvPr/>
        </p:nvSpPr>
        <p:spPr>
          <a:xfrm>
            <a:off x="2576836" y="1397214"/>
            <a:ext cx="138545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Brown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布朗大学</a:t>
            </a:r>
          </a:p>
        </p:txBody>
      </p:sp>
      <p:sp>
        <p:nvSpPr>
          <p:cNvPr id="15" name="矩形 14">
            <a:extLst>
              <a:ext uri="{FF2B5EF4-FFF2-40B4-BE49-F238E27FC236}">
                <a16:creationId xmlns:a16="http://schemas.microsoft.com/office/drawing/2014/main" id="{739742C9-273E-4567-A04C-B35026212C1D}"/>
              </a:ext>
            </a:extLst>
          </p:cNvPr>
          <p:cNvSpPr/>
          <p:nvPr/>
        </p:nvSpPr>
        <p:spPr>
          <a:xfrm>
            <a:off x="72667" y="366701"/>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759766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52019" cy="378289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Para5</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My own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state of mind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（心态）</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when I left Watts eight years ago to take up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freshman year</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（第一年）</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Whittier College , was different. It was to me less of a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departure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（离开）</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was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stepping off</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（出发）</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point of an Odyssey that was to take me through Whittier College and Oxford University, to Yale Law School , and back to Watts. I had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intended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（计划）</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then, as now , to make Watts my home.</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八年前，我离开瓦茨到惠蒂尔学院读一年级时心态和他们不同，对于我，与其说这是离别，还不如说是一次漫长历程的出发点，它将带我从惠蒂尔学院，牛津大学，耶鲁法学院，再回到瓦茨。 我当时和现在一样打算把瓦茨当作自己的家。</a:t>
            </a:r>
          </a:p>
        </p:txBody>
      </p:sp>
      <p:sp>
        <p:nvSpPr>
          <p:cNvPr id="5" name="矩形 4">
            <a:extLst>
              <a:ext uri="{FF2B5EF4-FFF2-40B4-BE49-F238E27FC236}">
                <a16:creationId xmlns:a16="http://schemas.microsoft.com/office/drawing/2014/main" id="{C2AAEE09-3F7B-42D9-84B1-C1475EAE473E}"/>
              </a:ext>
            </a:extLst>
          </p:cNvPr>
          <p:cNvSpPr/>
          <p:nvPr/>
        </p:nvSpPr>
        <p:spPr>
          <a:xfrm>
            <a:off x="72667" y="366701"/>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75935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练习</a:t>
            </a:r>
          </a:p>
        </p:txBody>
      </p:sp>
      <p:pic>
        <p:nvPicPr>
          <p:cNvPr id="5" name="图片 4">
            <a:extLst>
              <a:ext uri="{FF2B5EF4-FFF2-40B4-BE49-F238E27FC236}">
                <a16:creationId xmlns:a16="http://schemas.microsoft.com/office/drawing/2014/main" id="{9DE831B8-81B0-4927-9B06-5333AABBA2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745" y="1474857"/>
            <a:ext cx="9628118" cy="5030740"/>
          </a:xfrm>
          <a:prstGeom prst="rect">
            <a:avLst/>
          </a:prstGeom>
        </p:spPr>
      </p:pic>
      <p:sp>
        <p:nvSpPr>
          <p:cNvPr id="6" name="矩形 5">
            <a:extLst>
              <a:ext uri="{FF2B5EF4-FFF2-40B4-BE49-F238E27FC236}">
                <a16:creationId xmlns:a16="http://schemas.microsoft.com/office/drawing/2014/main" id="{BE10E802-88B6-4EF2-9091-F9820583CD86}"/>
              </a:ext>
            </a:extLst>
          </p:cNvPr>
          <p:cNvSpPr/>
          <p:nvPr/>
        </p:nvSpPr>
        <p:spPr>
          <a:xfrm>
            <a:off x="72667" y="366701"/>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804846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626437" cy="2120902"/>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Para6</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 talk among the ambitious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（有野心的）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future-minded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（有远见的）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youth in Watts was on getting out so that careers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（职业生涯）</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could begin. And they did just that . The talented young people left Watts in droves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（成群结队）</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 one skill they had in common</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（公共的，共有的）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was the ability to escape the ghetto. </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矩形 4">
            <a:extLst>
              <a:ext uri="{FF2B5EF4-FFF2-40B4-BE49-F238E27FC236}">
                <a16:creationId xmlns:a16="http://schemas.microsoft.com/office/drawing/2014/main" id="{B43211BC-C137-4A8F-AC30-7D7D54209FAC}"/>
              </a:ext>
            </a:extLst>
          </p:cNvPr>
          <p:cNvSpPr/>
          <p:nvPr/>
        </p:nvSpPr>
        <p:spPr>
          <a:xfrm>
            <a:off x="72667" y="366701"/>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15052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626437" cy="295189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Para6</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 talk among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ambitious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（有野心的）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future-minded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（有远见的）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youth in Watts was on getting out so that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careers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（职业生涯）</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could begin. And they did just that . The talented young people left Watts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 droves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（成群结队）</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 one skill they had in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common</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（公共的，共有的）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was the ability to escape the ghetto. </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在瓦茨，有抱负、有远见的年青人谈论的是走出黑人区，开始干一番事业。他们正是这样做的。有才能的年青人成群结队离开瓦茨，他们共同拥有的本领是脱离黑人区的能力。 </a:t>
            </a:r>
          </a:p>
        </p:txBody>
      </p:sp>
      <p:sp>
        <p:nvSpPr>
          <p:cNvPr id="5" name="矩形 4">
            <a:extLst>
              <a:ext uri="{FF2B5EF4-FFF2-40B4-BE49-F238E27FC236}">
                <a16:creationId xmlns:a16="http://schemas.microsoft.com/office/drawing/2014/main" id="{540A80DA-D9F8-4D87-BF86-F2F9A29F6A27}"/>
              </a:ext>
            </a:extLst>
          </p:cNvPr>
          <p:cNvSpPr/>
          <p:nvPr/>
        </p:nvSpPr>
        <p:spPr>
          <a:xfrm>
            <a:off x="72667" y="366701"/>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33051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626437" cy="295189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Para7</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 was especially intrigued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（引起很大兴趣）</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by a career in Watts because it was supposed to be impossible. I wanted to demonstrate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（证明）</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that it could be done more than anything else. I recall</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（回想起）</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 moment during a city-wide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（全市范围内的）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high school oratorical contest</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（演讲比赛）</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when one of the judges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（裁判，评委）</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asked whether anything good could come out of Watts. Our high school won the contest. We showed that judge. I saw that achievement as a possible pattern</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（榜样，模式）</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for the entire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（整个的）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ghetto. I was pleased. </a:t>
            </a:r>
          </a:p>
        </p:txBody>
      </p:sp>
      <p:sp>
        <p:nvSpPr>
          <p:cNvPr id="5" name="矩形 4">
            <a:extLst>
              <a:ext uri="{FF2B5EF4-FFF2-40B4-BE49-F238E27FC236}">
                <a16:creationId xmlns:a16="http://schemas.microsoft.com/office/drawing/2014/main" id="{4CAA9100-775D-44B0-845A-CFF5108A14E3}"/>
              </a:ext>
            </a:extLst>
          </p:cNvPr>
          <p:cNvSpPr/>
          <p:nvPr/>
        </p:nvSpPr>
        <p:spPr>
          <a:xfrm>
            <a:off x="72667" y="366701"/>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3362376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626437" cy="4198393"/>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Para7</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 was especially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intrigued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（引起很大兴趣</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by a career in Watts because it was supposed to be impossible. I wanted to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demonstrate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（证明</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that it could be done more than anything else. I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recall</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（回想起）</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 moment during a city-wide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（全市范围内的）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high school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oratorical contest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（演讲比赛）</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when one of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judges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（裁判，评委）</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asked whether anything good could come out of Watts. Our high school won the contest. We showed that judge. I saw that achievement as a possible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pattern</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（榜样，模式）</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for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entire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（整个的）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ghetto. I was pleased.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我对在瓦茨做一番事业特别感兴趣，因为人们认为这是件不可能的事，我想证明这是能够做到的，而且可以做得更好。我想起有一次全市中学演讲比赛，一个评委问瓦茨有没有什么好东西。我们学校赢得了比赛。我们向那个评委证实了自己的能力。我把那次成功看作整个黑人区可以仿效的榜样。我很高兴。 </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矩形 4">
            <a:extLst>
              <a:ext uri="{FF2B5EF4-FFF2-40B4-BE49-F238E27FC236}">
                <a16:creationId xmlns:a16="http://schemas.microsoft.com/office/drawing/2014/main" id="{5312767B-BBD4-4D9D-AFEE-E724CA59AEA7}"/>
              </a:ext>
            </a:extLst>
          </p:cNvPr>
          <p:cNvSpPr/>
          <p:nvPr/>
        </p:nvSpPr>
        <p:spPr>
          <a:xfrm>
            <a:off x="72667" y="366701"/>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491960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练习</a:t>
            </a:r>
          </a:p>
        </p:txBody>
      </p:sp>
      <p:pic>
        <p:nvPicPr>
          <p:cNvPr id="3" name="图片 2">
            <a:extLst>
              <a:ext uri="{FF2B5EF4-FFF2-40B4-BE49-F238E27FC236}">
                <a16:creationId xmlns:a16="http://schemas.microsoft.com/office/drawing/2014/main" id="{014BDBC5-F213-4567-8C4C-B20A4D2C49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745" y="1229796"/>
            <a:ext cx="9677400" cy="5382255"/>
          </a:xfrm>
          <a:prstGeom prst="rect">
            <a:avLst/>
          </a:prstGeom>
        </p:spPr>
      </p:pic>
      <p:sp>
        <p:nvSpPr>
          <p:cNvPr id="5" name="矩形 4">
            <a:extLst>
              <a:ext uri="{FF2B5EF4-FFF2-40B4-BE49-F238E27FC236}">
                <a16:creationId xmlns:a16="http://schemas.microsoft.com/office/drawing/2014/main" id="{B1B47DE8-1917-4492-A58E-D061C343951D}"/>
              </a:ext>
            </a:extLst>
          </p:cNvPr>
          <p:cNvSpPr/>
          <p:nvPr/>
        </p:nvSpPr>
        <p:spPr>
          <a:xfrm>
            <a:off x="72667" y="366701"/>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993820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626437" cy="2120902"/>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Para14</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My own lack</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（缺少）</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shame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（羞愧）</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in the rioting</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（暴乱）</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then taking place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（发生）</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in America surprised me. In one sense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（在某种意义上）</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 was the archetype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（典型）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of the ghetto child who through hard work and initiative (</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主动性</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was pulling himself toward a better life. I was the example, the exception</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（例外）</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was my life that was held up</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（推举）</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to Watts youth to emulate(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效仿，模仿</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 </a:t>
            </a:r>
          </a:p>
        </p:txBody>
      </p:sp>
      <p:sp>
        <p:nvSpPr>
          <p:cNvPr id="5" name="矩形 4">
            <a:extLst>
              <a:ext uri="{FF2B5EF4-FFF2-40B4-BE49-F238E27FC236}">
                <a16:creationId xmlns:a16="http://schemas.microsoft.com/office/drawing/2014/main" id="{76BDFEEB-F536-4D1D-81C2-90D051FAABAC}"/>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346868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626437" cy="295189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Para14</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My own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lack</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（缺少）</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of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shame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（羞愧）</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rioting</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（暴乱）</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then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taking place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（发生）</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 America surprised me.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 one sense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（在某种意义上</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 was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archetype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（典型）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of the ghetto child who through hard work and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initiative (</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主动性</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was pulling himself toward a better life. I was the example,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exception</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（例外）</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was my life that was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held up</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（推举）</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to Watts youth to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emulate(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效仿，模仿</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我对美国正在发生的暴乱并不感到羞愧，这使我很吃惊。我是通过勤奋努力和主动精神使自己的生活得以改善的黑人区后代的典范。我是个榜样，也是个例外。我的生活成为瓦茨青年仿效的榜样。</a:t>
            </a:r>
            <a:endPar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2D6F5E7E-E780-4C3B-89A1-BCA360D7ABDC}"/>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809030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1021291" cy="2346283"/>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Para15</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 another sense</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（从另一方面）</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however, my feelings toward the rioting were predictable (</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预料之中的</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 had always been bothered by the passivity</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（消极被动）</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the ghetto. The majority</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（大多数，主要部分）</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black men in the North had remained outside the struggle. Nothing was happening in the ghettos. No one was making it happen. </a:t>
            </a:r>
          </a:p>
        </p:txBody>
      </p:sp>
      <p:sp>
        <p:nvSpPr>
          <p:cNvPr id="5" name="矩形 4">
            <a:extLst>
              <a:ext uri="{FF2B5EF4-FFF2-40B4-BE49-F238E27FC236}">
                <a16:creationId xmlns:a16="http://schemas.microsoft.com/office/drawing/2014/main" id="{0BEB58C0-32A6-4ED5-A2EB-DF0BC832CFA5}"/>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2.9.15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507840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1021291" cy="3269613"/>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Para15</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 another sense</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（从另一方面）</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however, my feelings toward the rioting were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predictable (</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预料之中的</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 had always been bothered by the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passivity</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（消极被动）</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of the ghetto. The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majority</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（大多数，主要部分）</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of black men in the North had remained outside the struggle. Nothing was happening in the ghettos. No one was making it happen.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然而，在另一方面，我对暴乱的感受是在意料之中的。黑人区的消极顺从向来使我困扰。北方大多数黑人一直不参与斗争，黑人区里一切平平静静，没有人 打破这种平静。</a:t>
            </a:r>
            <a:endPar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1D526867-1BE8-4F64-92F9-0B0B5F319F06}"/>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2.9.15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28811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1021291" cy="3269613"/>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Para15</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Ghetto rioting then was the first representation (</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代表，表现</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 perceived</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（察觉到）</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movement and activity among the mass</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（大量）</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Negroes</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（黑人）</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in the North. It marked a break with the passive tradition of dependency</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（依赖）</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indifference (</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冷漠</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 ghetto was at least no longer</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（不再）</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content with</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（满足于）</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its status</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（社会地位）</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as bastard child</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（私生子）</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urban</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（都市的）</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America. The currents set in motion</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（涌动的急流）</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had a hopeful , irreversible</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（不可逆转的）</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quality about them. The ghetto wanted legitimation</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（合法化）</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That was a beginning. </a:t>
            </a:r>
          </a:p>
        </p:txBody>
      </p:sp>
      <p:sp>
        <p:nvSpPr>
          <p:cNvPr id="5" name="矩形 4">
            <a:extLst>
              <a:ext uri="{FF2B5EF4-FFF2-40B4-BE49-F238E27FC236}">
                <a16:creationId xmlns:a16="http://schemas.microsoft.com/office/drawing/2014/main" id="{59FC4828-5DC7-4671-A44F-C4F5B4ED50D0}"/>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2.9.15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198116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1021291" cy="465460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Para15</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Ghetto rioting then was the first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representation (</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代表，表现</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perceived</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（察觉到）</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movement and activity among the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mass</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（大量）</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of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Negroes</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（黑人）</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 the North. It marked a break with the passive tradition of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dependency</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（依赖）</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indifference (</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冷漠</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 ghetto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was</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least </a:t>
            </a:r>
            <a:r>
              <a:rPr kumimoji="0" lang="en-US" altLang="zh-CN"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no longer</a:t>
            </a:r>
            <a:r>
              <a:rPr kumimoji="0" lang="zh-CN" altLang="en-US"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（不再）</a:t>
            </a:r>
            <a:r>
              <a:rPr kumimoji="0" lang="en-US" altLang="zh-CN"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content with</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（满足于）</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its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status</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（社会地位）</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as bastard child</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（私生子）</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urban</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（都市的）</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America. The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currents</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set in motion</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（涌动的急流）</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had a hopeful ,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irreversible</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（不可逆转的）</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quality about them. The ghetto wanted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legitimation</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（合法化）</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That was a beginning.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黑人区的暴乱是我看到的北方黑人群众中行动和活力的首次表现。标志着依赖和冷漠这一消极传统终结。黑人区至少已经不再满足于自己作为美国城市私生子的身份，这些涌动起来的急流有着充满希望、不可逆转的特点。黑人区需要取得合法的地位，这只是一个开始。</a:t>
            </a:r>
            <a:endPar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A2ECC846-846B-4836-AB43-84BD4A966C58}"/>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2.9.15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087328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626437" cy="295189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Para20</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 new intellectual climate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（气氛）</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in Watts was hard –wrought</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（得来不易的）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was rich enough to support even a communist</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（共产主义者）</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bookstore. Writers , poets , artists flourished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（繁荣，活跃）</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 was handed full manuscripts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（手稿）</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unpublished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（未出版的）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books by indigenous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（本土的）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writers and asked to criticize them. I have not seen during eight years of college life as many personal journals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（日记）</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kept</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sketches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（草稿）</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written</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as in Watts since the 1965 riots. A new , rough</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（粗糙的）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wisdom</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（智慧）</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the street corner</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（角落）</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was emerging</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（浮现）</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p:txBody>
      </p:sp>
      <p:sp>
        <p:nvSpPr>
          <p:cNvPr id="5" name="矩形 4">
            <a:extLst>
              <a:ext uri="{FF2B5EF4-FFF2-40B4-BE49-F238E27FC236}">
                <a16:creationId xmlns:a16="http://schemas.microsoft.com/office/drawing/2014/main" id="{1B34FD4C-50FD-413C-A6CF-AC7F5240CCE7}"/>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2.9.20</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20</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339307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626437" cy="4613892"/>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Para20</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 new intellectual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climate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（气氛）</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 Watts was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hard –wrought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（得来不易的）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was rich enough to support even a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communist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（共产主义者）</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bookstore. Writers , poets , artists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flourished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（繁荣，活跃）</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 was handed full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manuscripts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（手稿）</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of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unpublished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（未出版的）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books by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indigenous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（本土的）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writers and asked to criticize them. I have not seen during eight years of college life as many personal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journals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（日记）</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kept</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sketches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（草稿）</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written</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as in Watts since the 1965 riots. A new ,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rough</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（粗糙的）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wisdom</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（智慧）</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of the street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corner</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（角落）</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was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emerging</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（浮现）</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新的理性氛围在瓦茨艰难地形成了。</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内容丰富多彩，甚至足以维持一家专卖 共产主义书籍的书店。作家、诗人、艺术家异常活跃。本地作者把未出版的完整书稿交给我，要我评论。从</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1965</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年暴乱以来，在瓦茨有这么多人记日记，写随笔，这是我在八年的大学生涯中从未见到过的。一种新型的、粗扩的街头文化正在形成。 </a:t>
            </a:r>
            <a:endPar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914A95BE-8243-467D-B862-AC728C797AFA}"/>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2.9.20</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20</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032493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练习</a:t>
            </a:r>
          </a:p>
        </p:txBody>
      </p:sp>
      <p:pic>
        <p:nvPicPr>
          <p:cNvPr id="5" name="图片 4">
            <a:extLst>
              <a:ext uri="{FF2B5EF4-FFF2-40B4-BE49-F238E27FC236}">
                <a16:creationId xmlns:a16="http://schemas.microsoft.com/office/drawing/2014/main" id="{23530250-98A5-4730-8107-36BEAE9FDD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745" y="1278968"/>
            <a:ext cx="9608312" cy="5436136"/>
          </a:xfrm>
          <a:prstGeom prst="rect">
            <a:avLst/>
          </a:prstGeom>
        </p:spPr>
      </p:pic>
      <p:sp>
        <p:nvSpPr>
          <p:cNvPr id="6" name="矩形 5">
            <a:extLst>
              <a:ext uri="{FF2B5EF4-FFF2-40B4-BE49-F238E27FC236}">
                <a16:creationId xmlns:a16="http://schemas.microsoft.com/office/drawing/2014/main" id="{1A66C253-6C42-457C-B25A-2330C151EE8D}"/>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2.9.20</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20</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551182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626437" cy="253640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Para24</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There is a difference between my schooling and the wisdom of the street corner. I know the life of a black man in Watts is larger than a federal poverty program</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（联邦的扶贫计划）</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If there is no future for the black ghetto , the future of all Negroes is diminished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（减少）</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What affects it , affects me , for I am a child of the ghetto. When they do it to Watts, they do it to me, too. I‘ll never escape from the ghetto. I have staked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（以</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下注，打赌）</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my all on its future. Watts is my home. </a:t>
            </a:r>
          </a:p>
        </p:txBody>
      </p:sp>
      <p:sp>
        <p:nvSpPr>
          <p:cNvPr id="5" name="矩形 4">
            <a:extLst>
              <a:ext uri="{FF2B5EF4-FFF2-40B4-BE49-F238E27FC236}">
                <a16:creationId xmlns:a16="http://schemas.microsoft.com/office/drawing/2014/main" id="{84B979F6-6D8F-4051-9660-909176286E72}"/>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344876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9</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626437" cy="4198393"/>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Para24</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There is a difference between my schooling and the wisdom of the street corner. I know the life of a black man in Watts is larger than a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federal poverty program</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（联邦的扶贫计划）</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If there is no future for the black ghetto , the future of all Negroes is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diminished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（减少）</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What affects it , affects me , for I am a child of the ghetto. When they do it to Watts, they do it to me, too. I‘ll never escape from the ghetto. I have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staked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（以</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下注，打赌）</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my all on its future. Watts is my home.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我受的学校教育和街头文化之间存在差别。我知道瓦茨黑人生活中的问题远非任何联邦救贫计划所能解决的。如果黑人区没有前途，所有黑人的前途也会渺茫。任何影响黑人区的事物都影响着我，因为我是黑人区的孩子。他们恶待瓦茨时，也就是恶待我。我永远不会脱离黑人区。我的一切与黑人区的未来休戚相关。 瓦茨是我的家。</a:t>
            </a:r>
            <a:endPar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6B9EE399-F3D6-4C95-997B-DA71C2BD5A0D}"/>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4194995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练习</a:t>
            </a:r>
          </a:p>
        </p:txBody>
      </p:sp>
      <p:pic>
        <p:nvPicPr>
          <p:cNvPr id="3" name="图片 2">
            <a:extLst>
              <a:ext uri="{FF2B5EF4-FFF2-40B4-BE49-F238E27FC236}">
                <a16:creationId xmlns:a16="http://schemas.microsoft.com/office/drawing/2014/main" id="{A739ACD9-6B4F-4EAD-9643-0DEC01D1F9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744" y="1456376"/>
            <a:ext cx="9397919" cy="5207694"/>
          </a:xfrm>
          <a:prstGeom prst="rect">
            <a:avLst/>
          </a:prstGeom>
        </p:spPr>
      </p:pic>
      <p:sp>
        <p:nvSpPr>
          <p:cNvPr id="5" name="矩形 4">
            <a:extLst>
              <a:ext uri="{FF2B5EF4-FFF2-40B4-BE49-F238E27FC236}">
                <a16:creationId xmlns:a16="http://schemas.microsoft.com/office/drawing/2014/main" id="{63BD6D0C-97BE-4D93-92B2-5B59829E149D}"/>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089133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749964" y="503875"/>
            <a:ext cx="881841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目录</a:t>
            </a:r>
          </a:p>
        </p:txBody>
      </p:sp>
      <p:sp>
        <p:nvSpPr>
          <p:cNvPr id="6" name="文本框 5">
            <a:extLst>
              <a:ext uri="{FF2B5EF4-FFF2-40B4-BE49-F238E27FC236}">
                <a16:creationId xmlns:a16="http://schemas.microsoft.com/office/drawing/2014/main" id="{CB6437EF-AFBD-4372-9991-212975DB5262}"/>
              </a:ext>
            </a:extLst>
          </p:cNvPr>
          <p:cNvSpPr txBox="1"/>
          <p:nvPr/>
        </p:nvSpPr>
        <p:spPr>
          <a:xfrm>
            <a:off x="2858581" y="2672453"/>
            <a:ext cx="8818418" cy="1669881"/>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一、课文带读（上册 </a:t>
            </a:r>
            <a:r>
              <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2</a:t>
            </a: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endPar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二、题型讲解</a:t>
            </a:r>
            <a:r>
              <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lang="zh-CN" altLang="en-US" sz="3600" b="1" dirty="0">
                <a:solidFill>
                  <a:prstClr val="black"/>
                </a:solidFill>
                <a:latin typeface="等线" panose="020F0502020204030204"/>
                <a:ea typeface="等线" panose="02010600030101010101" pitchFamily="2" charset="-122"/>
              </a:rPr>
              <a:t>汉译英</a:t>
            </a:r>
            <a:endPar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50E3342D-25BA-4BF1-A553-61E285747AE0}"/>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50895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5A2BDA0-7261-4362-8A77-6DF3E7EF6A87}"/>
              </a:ext>
            </a:extLst>
          </p:cNvPr>
          <p:cNvSpPr txBox="1"/>
          <p:nvPr/>
        </p:nvSpPr>
        <p:spPr>
          <a:xfrm>
            <a:off x="4142509" y="3243312"/>
            <a:ext cx="2223654" cy="400110"/>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rPr>
              <a:t>高级英语</a:t>
            </a:r>
          </a:p>
        </p:txBody>
      </p:sp>
      <p:sp>
        <p:nvSpPr>
          <p:cNvPr id="5" name="左大括号 4">
            <a:extLst>
              <a:ext uri="{FF2B5EF4-FFF2-40B4-BE49-F238E27FC236}">
                <a16:creationId xmlns:a16="http://schemas.microsoft.com/office/drawing/2014/main" id="{EB0D9BB9-AE79-4A56-8C6D-33CD89FA202F}"/>
              </a:ext>
            </a:extLst>
          </p:cNvPr>
          <p:cNvSpPr/>
          <p:nvPr/>
        </p:nvSpPr>
        <p:spPr>
          <a:xfrm>
            <a:off x="5486398" y="2022763"/>
            <a:ext cx="224317" cy="286789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2000"/>
          </a:p>
        </p:txBody>
      </p:sp>
      <p:sp>
        <p:nvSpPr>
          <p:cNvPr id="6" name="文本框 5">
            <a:extLst>
              <a:ext uri="{FF2B5EF4-FFF2-40B4-BE49-F238E27FC236}">
                <a16:creationId xmlns:a16="http://schemas.microsoft.com/office/drawing/2014/main" id="{A0DB94DA-4317-4063-AD69-A6D6D27A696A}"/>
              </a:ext>
            </a:extLst>
          </p:cNvPr>
          <p:cNvSpPr txBox="1"/>
          <p:nvPr/>
        </p:nvSpPr>
        <p:spPr>
          <a:xfrm>
            <a:off x="5895109" y="2022763"/>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、单项选择</a:t>
            </a:r>
          </a:p>
        </p:txBody>
      </p:sp>
      <p:sp>
        <p:nvSpPr>
          <p:cNvPr id="7" name="文本框 6">
            <a:extLst>
              <a:ext uri="{FF2B5EF4-FFF2-40B4-BE49-F238E27FC236}">
                <a16:creationId xmlns:a16="http://schemas.microsoft.com/office/drawing/2014/main" id="{55DCC453-C5BA-4E2A-980A-6DD44F5A786B}"/>
              </a:ext>
            </a:extLst>
          </p:cNvPr>
          <p:cNvSpPr txBox="1"/>
          <p:nvPr/>
        </p:nvSpPr>
        <p:spPr>
          <a:xfrm>
            <a:off x="5895109" y="2530640"/>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、阅读理解</a:t>
            </a:r>
          </a:p>
        </p:txBody>
      </p:sp>
      <p:sp>
        <p:nvSpPr>
          <p:cNvPr id="8" name="文本框 7">
            <a:extLst>
              <a:ext uri="{FF2B5EF4-FFF2-40B4-BE49-F238E27FC236}">
                <a16:creationId xmlns:a16="http://schemas.microsoft.com/office/drawing/2014/main" id="{B288CEB3-49F2-4CD8-AF22-9C761A2991D0}"/>
              </a:ext>
            </a:extLst>
          </p:cNvPr>
          <p:cNvSpPr txBox="1"/>
          <p:nvPr/>
        </p:nvSpPr>
        <p:spPr>
          <a:xfrm>
            <a:off x="5895109" y="3043257"/>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、英译汉</a:t>
            </a:r>
          </a:p>
        </p:txBody>
      </p:sp>
      <p:sp>
        <p:nvSpPr>
          <p:cNvPr id="9" name="文本框 8">
            <a:extLst>
              <a:ext uri="{FF2B5EF4-FFF2-40B4-BE49-F238E27FC236}">
                <a16:creationId xmlns:a16="http://schemas.microsoft.com/office/drawing/2014/main" id="{8F181E94-90E0-4E07-A28B-1C6E067451CD}"/>
              </a:ext>
            </a:extLst>
          </p:cNvPr>
          <p:cNvSpPr txBox="1"/>
          <p:nvPr/>
        </p:nvSpPr>
        <p:spPr>
          <a:xfrm>
            <a:off x="5895109" y="3555874"/>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、写作</a:t>
            </a:r>
          </a:p>
        </p:txBody>
      </p:sp>
      <p:sp>
        <p:nvSpPr>
          <p:cNvPr id="10" name="文本框 9">
            <a:extLst>
              <a:ext uri="{FF2B5EF4-FFF2-40B4-BE49-F238E27FC236}">
                <a16:creationId xmlns:a16="http://schemas.microsoft.com/office/drawing/2014/main" id="{F2BD789F-43E8-4357-8266-32A463B744BA}"/>
              </a:ext>
            </a:extLst>
          </p:cNvPr>
          <p:cNvSpPr txBox="1"/>
          <p:nvPr/>
        </p:nvSpPr>
        <p:spPr>
          <a:xfrm>
            <a:off x="5895109" y="3985365"/>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5</a:t>
            </a:r>
            <a:r>
              <a:rPr lang="zh-CN" altLang="en-US" sz="2000" dirty="0">
                <a:latin typeface="微软雅黑" panose="020B0503020204020204" pitchFamily="34" charset="-122"/>
                <a:ea typeface="微软雅黑" panose="020B0503020204020204" pitchFamily="34" charset="-122"/>
              </a:rPr>
              <a:t>、选词填空</a:t>
            </a:r>
          </a:p>
        </p:txBody>
      </p:sp>
      <p:sp>
        <p:nvSpPr>
          <p:cNvPr id="11" name="文本框 10">
            <a:extLst>
              <a:ext uri="{FF2B5EF4-FFF2-40B4-BE49-F238E27FC236}">
                <a16:creationId xmlns:a16="http://schemas.microsoft.com/office/drawing/2014/main" id="{7258D2D0-3E13-4839-90F8-766EF8BED0C8}"/>
              </a:ext>
            </a:extLst>
          </p:cNvPr>
          <p:cNvSpPr txBox="1"/>
          <p:nvPr/>
        </p:nvSpPr>
        <p:spPr>
          <a:xfrm>
            <a:off x="5895109" y="4521322"/>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6</a:t>
            </a:r>
            <a:r>
              <a:rPr lang="zh-CN" altLang="en-US" sz="2000" dirty="0">
                <a:latin typeface="微软雅黑" panose="020B0503020204020204" pitchFamily="34" charset="-122"/>
                <a:ea typeface="微软雅黑" panose="020B0503020204020204" pitchFamily="34" charset="-122"/>
              </a:rPr>
              <a:t>、汉译英</a:t>
            </a:r>
          </a:p>
        </p:txBody>
      </p:sp>
      <p:sp>
        <p:nvSpPr>
          <p:cNvPr id="12" name="矩形 11">
            <a:extLst>
              <a:ext uri="{FF2B5EF4-FFF2-40B4-BE49-F238E27FC236}">
                <a16:creationId xmlns:a16="http://schemas.microsoft.com/office/drawing/2014/main" id="{45D59CE4-AB4C-4FFD-BF15-6C9322DF5518}"/>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5581193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5A2BDA0-7261-4362-8A77-6DF3E7EF6A87}"/>
              </a:ext>
            </a:extLst>
          </p:cNvPr>
          <p:cNvSpPr txBox="1"/>
          <p:nvPr/>
        </p:nvSpPr>
        <p:spPr>
          <a:xfrm>
            <a:off x="4142509" y="3243312"/>
            <a:ext cx="2223654" cy="400110"/>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rPr>
              <a:t>高级英语</a:t>
            </a:r>
          </a:p>
        </p:txBody>
      </p:sp>
      <p:sp>
        <p:nvSpPr>
          <p:cNvPr id="5" name="左大括号 4">
            <a:extLst>
              <a:ext uri="{FF2B5EF4-FFF2-40B4-BE49-F238E27FC236}">
                <a16:creationId xmlns:a16="http://schemas.microsoft.com/office/drawing/2014/main" id="{EB0D9BB9-AE79-4A56-8C6D-33CD89FA202F}"/>
              </a:ext>
            </a:extLst>
          </p:cNvPr>
          <p:cNvSpPr/>
          <p:nvPr/>
        </p:nvSpPr>
        <p:spPr>
          <a:xfrm>
            <a:off x="5486398" y="2022763"/>
            <a:ext cx="224317" cy="286789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2000"/>
          </a:p>
        </p:txBody>
      </p:sp>
      <p:sp>
        <p:nvSpPr>
          <p:cNvPr id="6" name="文本框 5">
            <a:extLst>
              <a:ext uri="{FF2B5EF4-FFF2-40B4-BE49-F238E27FC236}">
                <a16:creationId xmlns:a16="http://schemas.microsoft.com/office/drawing/2014/main" id="{A0DB94DA-4317-4063-AD69-A6D6D27A696A}"/>
              </a:ext>
            </a:extLst>
          </p:cNvPr>
          <p:cNvSpPr txBox="1"/>
          <p:nvPr/>
        </p:nvSpPr>
        <p:spPr>
          <a:xfrm>
            <a:off x="5895109" y="2022763"/>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、单项选择</a:t>
            </a:r>
          </a:p>
        </p:txBody>
      </p:sp>
      <p:sp>
        <p:nvSpPr>
          <p:cNvPr id="7" name="文本框 6">
            <a:extLst>
              <a:ext uri="{FF2B5EF4-FFF2-40B4-BE49-F238E27FC236}">
                <a16:creationId xmlns:a16="http://schemas.microsoft.com/office/drawing/2014/main" id="{55DCC453-C5BA-4E2A-980A-6DD44F5A786B}"/>
              </a:ext>
            </a:extLst>
          </p:cNvPr>
          <p:cNvSpPr txBox="1"/>
          <p:nvPr/>
        </p:nvSpPr>
        <p:spPr>
          <a:xfrm>
            <a:off x="5895109" y="2530640"/>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、阅读理解</a:t>
            </a:r>
          </a:p>
        </p:txBody>
      </p:sp>
      <p:sp>
        <p:nvSpPr>
          <p:cNvPr id="8" name="文本框 7">
            <a:extLst>
              <a:ext uri="{FF2B5EF4-FFF2-40B4-BE49-F238E27FC236}">
                <a16:creationId xmlns:a16="http://schemas.microsoft.com/office/drawing/2014/main" id="{B288CEB3-49F2-4CD8-AF22-9C761A2991D0}"/>
              </a:ext>
            </a:extLst>
          </p:cNvPr>
          <p:cNvSpPr txBox="1"/>
          <p:nvPr/>
        </p:nvSpPr>
        <p:spPr>
          <a:xfrm>
            <a:off x="5895109" y="3043257"/>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、英译汉</a:t>
            </a:r>
          </a:p>
        </p:txBody>
      </p:sp>
      <p:sp>
        <p:nvSpPr>
          <p:cNvPr id="9" name="文本框 8">
            <a:extLst>
              <a:ext uri="{FF2B5EF4-FFF2-40B4-BE49-F238E27FC236}">
                <a16:creationId xmlns:a16="http://schemas.microsoft.com/office/drawing/2014/main" id="{8F181E94-90E0-4E07-A28B-1C6E067451CD}"/>
              </a:ext>
            </a:extLst>
          </p:cNvPr>
          <p:cNvSpPr txBox="1"/>
          <p:nvPr/>
        </p:nvSpPr>
        <p:spPr>
          <a:xfrm>
            <a:off x="5895109" y="3555874"/>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、写作</a:t>
            </a:r>
          </a:p>
        </p:txBody>
      </p:sp>
      <p:sp>
        <p:nvSpPr>
          <p:cNvPr id="10" name="文本框 9">
            <a:extLst>
              <a:ext uri="{FF2B5EF4-FFF2-40B4-BE49-F238E27FC236}">
                <a16:creationId xmlns:a16="http://schemas.microsoft.com/office/drawing/2014/main" id="{F2BD789F-43E8-4357-8266-32A463B744BA}"/>
              </a:ext>
            </a:extLst>
          </p:cNvPr>
          <p:cNvSpPr txBox="1"/>
          <p:nvPr/>
        </p:nvSpPr>
        <p:spPr>
          <a:xfrm>
            <a:off x="5895109" y="3985365"/>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5</a:t>
            </a:r>
            <a:r>
              <a:rPr lang="zh-CN" altLang="en-US" sz="2000" dirty="0">
                <a:latin typeface="微软雅黑" panose="020B0503020204020204" pitchFamily="34" charset="-122"/>
                <a:ea typeface="微软雅黑" panose="020B0503020204020204" pitchFamily="34" charset="-122"/>
              </a:rPr>
              <a:t>、选词填空</a:t>
            </a:r>
          </a:p>
        </p:txBody>
      </p:sp>
      <p:sp>
        <p:nvSpPr>
          <p:cNvPr id="11" name="文本框 10">
            <a:extLst>
              <a:ext uri="{FF2B5EF4-FFF2-40B4-BE49-F238E27FC236}">
                <a16:creationId xmlns:a16="http://schemas.microsoft.com/office/drawing/2014/main" id="{7258D2D0-3E13-4839-90F8-766EF8BED0C8}"/>
              </a:ext>
            </a:extLst>
          </p:cNvPr>
          <p:cNvSpPr txBox="1"/>
          <p:nvPr/>
        </p:nvSpPr>
        <p:spPr>
          <a:xfrm>
            <a:off x="5895109" y="4521322"/>
            <a:ext cx="2223654" cy="400110"/>
          </a:xfrm>
          <a:prstGeom prst="rect">
            <a:avLst/>
          </a:prstGeom>
          <a:noFill/>
        </p:spPr>
        <p:txBody>
          <a:bodyPr wrap="squar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6</a:t>
            </a:r>
            <a:r>
              <a:rPr lang="zh-CN" altLang="en-US" sz="2000" dirty="0">
                <a:solidFill>
                  <a:srgbClr val="FF0000"/>
                </a:solidFill>
                <a:latin typeface="微软雅黑" panose="020B0503020204020204" pitchFamily="34" charset="-122"/>
                <a:ea typeface="微软雅黑" panose="020B0503020204020204" pitchFamily="34" charset="-122"/>
              </a:rPr>
              <a:t>、汉译英</a:t>
            </a:r>
          </a:p>
        </p:txBody>
      </p:sp>
      <p:sp>
        <p:nvSpPr>
          <p:cNvPr id="12" name="矩形 11">
            <a:extLst>
              <a:ext uri="{FF2B5EF4-FFF2-40B4-BE49-F238E27FC236}">
                <a16:creationId xmlns:a16="http://schemas.microsoft.com/office/drawing/2014/main" id="{630C09E0-B47D-4AD3-A40F-2D1D70834748}"/>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935357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4427800" y="2740730"/>
            <a:ext cx="5801989" cy="2196883"/>
          </a:xfrm>
          <a:prstGeom prst="rect">
            <a:avLst/>
          </a:prstGeom>
          <a:noFill/>
        </p:spPr>
        <p:txBody>
          <a:bodyPr wrap="square" rtlCol="0">
            <a:spAutoFit/>
          </a:bodyPr>
          <a:lstStyle/>
          <a:p>
            <a:pPr>
              <a:lnSpc>
                <a:spcPct val="200000"/>
              </a:lnSpc>
            </a:pPr>
            <a:r>
              <a:rPr lang="en-US" altLang="zh-CN" sz="2400" dirty="0">
                <a:latin typeface="微软雅黑" panose="020B0503020204020204" pitchFamily="34" charset="-122"/>
                <a:ea typeface="微软雅黑" panose="020B0503020204020204" pitchFamily="34" charset="-122"/>
              </a:rPr>
              <a:t>1. </a:t>
            </a:r>
            <a:r>
              <a:rPr lang="zh-CN" altLang="en-US" sz="2400" dirty="0">
                <a:latin typeface="微软雅黑" panose="020B0503020204020204" pitchFamily="34" charset="-122"/>
                <a:ea typeface="微软雅黑" panose="020B0503020204020204" pitchFamily="34" charset="-122"/>
              </a:rPr>
              <a:t>句型：五大基本句型</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2. </a:t>
            </a:r>
            <a:r>
              <a:rPr lang="zh-CN" altLang="en-US" sz="2400" dirty="0">
                <a:latin typeface="微软雅黑" panose="020B0503020204020204" pitchFamily="34" charset="-122"/>
                <a:ea typeface="微软雅黑" panose="020B0503020204020204" pitchFamily="34" charset="-122"/>
              </a:rPr>
              <a:t>选词：尽量选择教材内的词</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3. </a:t>
            </a:r>
            <a:r>
              <a:rPr lang="zh-CN" altLang="en-US" sz="2400" dirty="0">
                <a:latin typeface="微软雅黑" panose="020B0503020204020204" pitchFamily="34" charset="-122"/>
                <a:ea typeface="微软雅黑" panose="020B0503020204020204" pitchFamily="34" charset="-122"/>
              </a:rPr>
              <a:t>造句：检查语法、拼写等错误</a:t>
            </a:r>
          </a:p>
        </p:txBody>
      </p:sp>
      <p:sp>
        <p:nvSpPr>
          <p:cNvPr id="5" name="文本框 4">
            <a:extLst>
              <a:ext uri="{FF2B5EF4-FFF2-40B4-BE49-F238E27FC236}">
                <a16:creationId xmlns:a16="http://schemas.microsoft.com/office/drawing/2014/main" id="{64EA74FE-0305-4F3C-A2A9-BBA627EEF49E}"/>
              </a:ext>
            </a:extLst>
          </p:cNvPr>
          <p:cNvSpPr txBox="1"/>
          <p:nvPr/>
        </p:nvSpPr>
        <p:spPr>
          <a:xfrm>
            <a:off x="2557145" y="3637578"/>
            <a:ext cx="1647792" cy="581057"/>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汉译英</a:t>
            </a:r>
          </a:p>
        </p:txBody>
      </p:sp>
      <p:sp>
        <p:nvSpPr>
          <p:cNvPr id="6" name="左大括号 5">
            <a:extLst>
              <a:ext uri="{FF2B5EF4-FFF2-40B4-BE49-F238E27FC236}">
                <a16:creationId xmlns:a16="http://schemas.microsoft.com/office/drawing/2014/main" id="{C366B853-2B90-4DC7-A593-1CCD32858ED2}"/>
              </a:ext>
            </a:extLst>
          </p:cNvPr>
          <p:cNvSpPr/>
          <p:nvPr/>
        </p:nvSpPr>
        <p:spPr>
          <a:xfrm>
            <a:off x="3965094" y="3122972"/>
            <a:ext cx="250854" cy="181464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6DB2AF03-0666-4EF4-B49D-B3AA4FBE845B}"/>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334489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4427800" y="2740730"/>
            <a:ext cx="5801989" cy="2196883"/>
          </a:xfrm>
          <a:prstGeom prst="rect">
            <a:avLst/>
          </a:prstGeom>
          <a:noFill/>
        </p:spPr>
        <p:txBody>
          <a:bodyPr wrap="square" rtlCol="0">
            <a:spAutoFit/>
          </a:bodyPr>
          <a:lstStyle/>
          <a:p>
            <a:pPr>
              <a:lnSpc>
                <a:spcPct val="200000"/>
              </a:lnSpc>
            </a:pPr>
            <a:r>
              <a:rPr lang="en-US" altLang="zh-CN" sz="2400" dirty="0">
                <a:solidFill>
                  <a:srgbClr val="FF0000"/>
                </a:solidFill>
                <a:latin typeface="微软雅黑" panose="020B0503020204020204" pitchFamily="34" charset="-122"/>
                <a:ea typeface="微软雅黑" panose="020B0503020204020204" pitchFamily="34" charset="-122"/>
              </a:rPr>
              <a:t>1. </a:t>
            </a:r>
            <a:r>
              <a:rPr lang="zh-CN" altLang="en-US" sz="2400" dirty="0">
                <a:solidFill>
                  <a:srgbClr val="FF0000"/>
                </a:solidFill>
                <a:latin typeface="微软雅黑" panose="020B0503020204020204" pitchFamily="34" charset="-122"/>
                <a:ea typeface="微软雅黑" panose="020B0503020204020204" pitchFamily="34" charset="-122"/>
              </a:rPr>
              <a:t>句型：五大基本句型</a:t>
            </a:r>
            <a:endParaRPr lang="en-US" altLang="zh-CN" sz="2400" dirty="0">
              <a:solidFill>
                <a:srgbClr val="FF0000"/>
              </a:solidFill>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2. </a:t>
            </a:r>
            <a:r>
              <a:rPr lang="zh-CN" altLang="en-US" sz="2400" dirty="0">
                <a:latin typeface="微软雅黑" panose="020B0503020204020204" pitchFamily="34" charset="-122"/>
                <a:ea typeface="微软雅黑" panose="020B0503020204020204" pitchFamily="34" charset="-122"/>
              </a:rPr>
              <a:t>选词：尽量选择教材内的词</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3. </a:t>
            </a:r>
            <a:r>
              <a:rPr lang="zh-CN" altLang="en-US" sz="2400" dirty="0">
                <a:latin typeface="微软雅黑" panose="020B0503020204020204" pitchFamily="34" charset="-122"/>
                <a:ea typeface="微软雅黑" panose="020B0503020204020204" pitchFamily="34" charset="-122"/>
              </a:rPr>
              <a:t>造句：检查语法、拼写等错误</a:t>
            </a:r>
          </a:p>
        </p:txBody>
      </p:sp>
      <p:sp>
        <p:nvSpPr>
          <p:cNvPr id="5" name="文本框 4">
            <a:extLst>
              <a:ext uri="{FF2B5EF4-FFF2-40B4-BE49-F238E27FC236}">
                <a16:creationId xmlns:a16="http://schemas.microsoft.com/office/drawing/2014/main" id="{64EA74FE-0305-4F3C-A2A9-BBA627EEF49E}"/>
              </a:ext>
            </a:extLst>
          </p:cNvPr>
          <p:cNvSpPr txBox="1"/>
          <p:nvPr/>
        </p:nvSpPr>
        <p:spPr>
          <a:xfrm>
            <a:off x="2557145" y="3637578"/>
            <a:ext cx="1647792" cy="581057"/>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汉译英</a:t>
            </a:r>
          </a:p>
        </p:txBody>
      </p:sp>
      <p:sp>
        <p:nvSpPr>
          <p:cNvPr id="6" name="左大括号 5">
            <a:extLst>
              <a:ext uri="{FF2B5EF4-FFF2-40B4-BE49-F238E27FC236}">
                <a16:creationId xmlns:a16="http://schemas.microsoft.com/office/drawing/2014/main" id="{C366B853-2B90-4DC7-A593-1CCD32858ED2}"/>
              </a:ext>
            </a:extLst>
          </p:cNvPr>
          <p:cNvSpPr/>
          <p:nvPr/>
        </p:nvSpPr>
        <p:spPr>
          <a:xfrm>
            <a:off x="3965094" y="3122972"/>
            <a:ext cx="250854" cy="181464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9D7600E-221C-414B-936B-D76526F4AA10}"/>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006575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4427800" y="2740730"/>
            <a:ext cx="5801989" cy="2196883"/>
          </a:xfrm>
          <a:prstGeom prst="rect">
            <a:avLst/>
          </a:prstGeom>
          <a:noFill/>
        </p:spPr>
        <p:txBody>
          <a:bodyPr wrap="square" rtlCol="0">
            <a:spAutoFit/>
          </a:bodyPr>
          <a:lstStyle/>
          <a:p>
            <a:pPr>
              <a:lnSpc>
                <a:spcPct val="200000"/>
              </a:lnSpc>
            </a:pPr>
            <a:r>
              <a:rPr lang="en-US" altLang="zh-CN" sz="2400" dirty="0">
                <a:latin typeface="微软雅黑" panose="020B0503020204020204" pitchFamily="34" charset="-122"/>
                <a:ea typeface="微软雅黑" panose="020B0503020204020204" pitchFamily="34" charset="-122"/>
              </a:rPr>
              <a:t>1. </a:t>
            </a:r>
            <a:r>
              <a:rPr lang="zh-CN" altLang="en-US" sz="2400" dirty="0">
                <a:latin typeface="微软雅黑" panose="020B0503020204020204" pitchFamily="34" charset="-122"/>
                <a:ea typeface="微软雅黑" panose="020B0503020204020204" pitchFamily="34" charset="-122"/>
              </a:rPr>
              <a:t>句型：五大基本句型</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2. </a:t>
            </a:r>
            <a:r>
              <a:rPr lang="zh-CN" altLang="en-US" sz="2400" dirty="0">
                <a:latin typeface="微软雅黑" panose="020B0503020204020204" pitchFamily="34" charset="-122"/>
                <a:ea typeface="微软雅黑" panose="020B0503020204020204" pitchFamily="34" charset="-122"/>
              </a:rPr>
              <a:t>选词：尽量选择教材内的词</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3. </a:t>
            </a:r>
            <a:r>
              <a:rPr lang="zh-CN" altLang="en-US" sz="2400" dirty="0">
                <a:latin typeface="微软雅黑" panose="020B0503020204020204" pitchFamily="34" charset="-122"/>
                <a:ea typeface="微软雅黑" panose="020B0503020204020204" pitchFamily="34" charset="-122"/>
              </a:rPr>
              <a:t>造句：检查语法、拼写等错误</a:t>
            </a:r>
          </a:p>
        </p:txBody>
      </p:sp>
      <p:sp>
        <p:nvSpPr>
          <p:cNvPr id="5" name="文本框 4">
            <a:extLst>
              <a:ext uri="{FF2B5EF4-FFF2-40B4-BE49-F238E27FC236}">
                <a16:creationId xmlns:a16="http://schemas.microsoft.com/office/drawing/2014/main" id="{64EA74FE-0305-4F3C-A2A9-BBA627EEF49E}"/>
              </a:ext>
            </a:extLst>
          </p:cNvPr>
          <p:cNvSpPr txBox="1"/>
          <p:nvPr/>
        </p:nvSpPr>
        <p:spPr>
          <a:xfrm>
            <a:off x="1962211" y="3637578"/>
            <a:ext cx="2242726" cy="581057"/>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汉译英原则</a:t>
            </a:r>
          </a:p>
        </p:txBody>
      </p:sp>
      <p:sp>
        <p:nvSpPr>
          <p:cNvPr id="6" name="左大括号 5">
            <a:extLst>
              <a:ext uri="{FF2B5EF4-FFF2-40B4-BE49-F238E27FC236}">
                <a16:creationId xmlns:a16="http://schemas.microsoft.com/office/drawing/2014/main" id="{C366B853-2B90-4DC7-A593-1CCD32858ED2}"/>
              </a:ext>
            </a:extLst>
          </p:cNvPr>
          <p:cNvSpPr/>
          <p:nvPr/>
        </p:nvSpPr>
        <p:spPr>
          <a:xfrm>
            <a:off x="3965094" y="3122972"/>
            <a:ext cx="250854" cy="181464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20B4CFC2-7AD7-4A6B-92C1-74A46276E0F8}"/>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871990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666290" y="1154385"/>
            <a:ext cx="5801989" cy="719556"/>
          </a:xfrm>
          <a:prstGeom prst="rect">
            <a:avLst/>
          </a:prstGeom>
          <a:noFill/>
        </p:spPr>
        <p:txBody>
          <a:bodyPr wrap="square" rtlCol="0">
            <a:spAutoFit/>
          </a:bodyPr>
          <a:lstStyle/>
          <a:p>
            <a:pPr>
              <a:lnSpc>
                <a:spcPct val="200000"/>
              </a:lnSpc>
            </a:pPr>
            <a:r>
              <a:rPr lang="en-US" altLang="zh-CN" sz="2400" dirty="0">
                <a:latin typeface="微软雅黑" panose="020B0503020204020204" pitchFamily="34" charset="-122"/>
                <a:ea typeface="微软雅黑" panose="020B0503020204020204" pitchFamily="34" charset="-122"/>
              </a:rPr>
              <a:t>1. </a:t>
            </a:r>
            <a:r>
              <a:rPr lang="zh-CN" altLang="en-US" sz="2400" dirty="0">
                <a:latin typeface="微软雅黑" panose="020B0503020204020204" pitchFamily="34" charset="-122"/>
                <a:ea typeface="微软雅黑" panose="020B0503020204020204" pitchFamily="34" charset="-122"/>
              </a:rPr>
              <a:t>句型：五大基本句型</a:t>
            </a:r>
            <a:endParaRPr lang="en-US" altLang="zh-CN" sz="2400"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CDAC057B-F8D4-4F0B-9E6C-62BA03F6C92E}"/>
              </a:ext>
            </a:extLst>
          </p:cNvPr>
          <p:cNvSpPr txBox="1"/>
          <p:nvPr/>
        </p:nvSpPr>
        <p:spPr>
          <a:xfrm>
            <a:off x="1686393" y="2022666"/>
            <a:ext cx="5801989" cy="3674211"/>
          </a:xfrm>
          <a:prstGeom prst="rect">
            <a:avLst/>
          </a:prstGeom>
          <a:noFill/>
        </p:spPr>
        <p:txBody>
          <a:bodyPr wrap="square" rtlCol="0">
            <a:spAutoFit/>
          </a:bodyPr>
          <a:lstStyle/>
          <a:p>
            <a:pPr marL="457200" indent="-457200">
              <a:lnSpc>
                <a:spcPct val="200000"/>
              </a:lnSpc>
              <a:buFont typeface="+mj-ea"/>
              <a:buAutoNum type="circleNumDbPlain"/>
            </a:pPr>
            <a:r>
              <a:rPr lang="zh-CN" altLang="en-US" sz="2400" dirty="0">
                <a:latin typeface="微软雅黑" panose="020B0503020204020204" pitchFamily="34" charset="-122"/>
                <a:ea typeface="微软雅黑" panose="020B0503020204020204" pitchFamily="34" charset="-122"/>
              </a:rPr>
              <a:t>主</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谓</a:t>
            </a:r>
            <a:endParaRPr lang="en-US" altLang="zh-CN" sz="2400" dirty="0">
              <a:latin typeface="微软雅黑" panose="020B0503020204020204" pitchFamily="34" charset="-122"/>
              <a:ea typeface="微软雅黑" panose="020B0503020204020204" pitchFamily="34" charset="-122"/>
            </a:endParaRPr>
          </a:p>
          <a:p>
            <a:pPr marL="457200" indent="-457200">
              <a:lnSpc>
                <a:spcPct val="200000"/>
              </a:lnSpc>
              <a:buFontTx/>
              <a:buAutoNum type="circleNumDbPlain"/>
            </a:pPr>
            <a:r>
              <a:rPr lang="zh-CN" altLang="en-US" sz="2400" dirty="0">
                <a:latin typeface="微软雅黑" panose="020B0503020204020204" pitchFamily="34" charset="-122"/>
                <a:ea typeface="微软雅黑" panose="020B0503020204020204" pitchFamily="34" charset="-122"/>
              </a:rPr>
              <a:t>主</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谓</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宾</a:t>
            </a:r>
            <a:endParaRPr lang="en-US" altLang="zh-CN" sz="2400" dirty="0">
              <a:latin typeface="微软雅黑" panose="020B0503020204020204" pitchFamily="34" charset="-122"/>
              <a:ea typeface="微软雅黑" panose="020B0503020204020204" pitchFamily="34" charset="-122"/>
            </a:endParaRPr>
          </a:p>
          <a:p>
            <a:pPr marL="457200" indent="-457200">
              <a:lnSpc>
                <a:spcPct val="200000"/>
              </a:lnSpc>
              <a:buFontTx/>
              <a:buAutoNum type="circleNumDbPlain"/>
            </a:pPr>
            <a:r>
              <a:rPr lang="zh-CN" altLang="en-US" sz="2400" dirty="0">
                <a:latin typeface="微软雅黑" panose="020B0503020204020204" pitchFamily="34" charset="-122"/>
                <a:ea typeface="微软雅黑" panose="020B0503020204020204" pitchFamily="34" charset="-122"/>
              </a:rPr>
              <a:t>主</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谓</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宾</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宾</a:t>
            </a:r>
            <a:endParaRPr lang="en-US" altLang="zh-CN" sz="2400" dirty="0">
              <a:latin typeface="微软雅黑" panose="020B0503020204020204" pitchFamily="34" charset="-122"/>
              <a:ea typeface="微软雅黑" panose="020B0503020204020204" pitchFamily="34" charset="-122"/>
            </a:endParaRPr>
          </a:p>
          <a:p>
            <a:pPr marL="457200" indent="-457200">
              <a:lnSpc>
                <a:spcPct val="200000"/>
              </a:lnSpc>
              <a:buFontTx/>
              <a:buAutoNum type="circleNumDbPlain"/>
            </a:pPr>
            <a:r>
              <a:rPr lang="zh-CN" altLang="en-US" sz="2400" dirty="0">
                <a:latin typeface="微软雅黑" panose="020B0503020204020204" pitchFamily="34" charset="-122"/>
                <a:ea typeface="微软雅黑" panose="020B0503020204020204" pitchFamily="34" charset="-122"/>
              </a:rPr>
              <a:t>主</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谓</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宾</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宾补</a:t>
            </a:r>
            <a:endParaRPr lang="en-US" altLang="zh-CN" sz="2400" dirty="0">
              <a:latin typeface="微软雅黑" panose="020B0503020204020204" pitchFamily="34" charset="-122"/>
              <a:ea typeface="微软雅黑" panose="020B0503020204020204" pitchFamily="34" charset="-122"/>
            </a:endParaRPr>
          </a:p>
          <a:p>
            <a:pPr marL="457200" indent="-457200">
              <a:lnSpc>
                <a:spcPct val="200000"/>
              </a:lnSpc>
              <a:buFontTx/>
              <a:buAutoNum type="circleNumDbPlain"/>
            </a:pPr>
            <a:r>
              <a:rPr lang="zh-CN" altLang="en-US" sz="2400" dirty="0">
                <a:latin typeface="微软雅黑" panose="020B0503020204020204" pitchFamily="34" charset="-122"/>
                <a:ea typeface="微软雅黑" panose="020B0503020204020204" pitchFamily="34" charset="-122"/>
              </a:rPr>
              <a:t>主</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系</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表</a:t>
            </a:r>
            <a:endParaRPr lang="en-US" altLang="zh-CN" sz="24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97EDBCAC-0B68-427F-A019-FF17CCA1E31D}"/>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168635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666290" y="1154385"/>
            <a:ext cx="5801989" cy="719556"/>
          </a:xfrm>
          <a:prstGeom prst="rect">
            <a:avLst/>
          </a:prstGeom>
          <a:noFill/>
        </p:spPr>
        <p:txBody>
          <a:bodyPr wrap="square" rtlCol="0">
            <a:spAutoFit/>
          </a:bodyPr>
          <a:lstStyle/>
          <a:p>
            <a:pPr>
              <a:lnSpc>
                <a:spcPct val="200000"/>
              </a:lnSpc>
            </a:pPr>
            <a:r>
              <a:rPr lang="en-US" altLang="zh-CN" sz="2400" dirty="0">
                <a:latin typeface="微软雅黑" panose="020B0503020204020204" pitchFamily="34" charset="-122"/>
                <a:ea typeface="微软雅黑" panose="020B0503020204020204" pitchFamily="34" charset="-122"/>
              </a:rPr>
              <a:t>1. </a:t>
            </a:r>
            <a:r>
              <a:rPr lang="zh-CN" altLang="en-US" sz="2400" dirty="0">
                <a:latin typeface="微软雅黑" panose="020B0503020204020204" pitchFamily="34" charset="-122"/>
                <a:ea typeface="微软雅黑" panose="020B0503020204020204" pitchFamily="34" charset="-122"/>
              </a:rPr>
              <a:t>句型：五大基本句型</a:t>
            </a:r>
            <a:endParaRPr lang="en-US" altLang="zh-CN" sz="2400"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CDAC057B-F8D4-4F0B-9E6C-62BA03F6C92E}"/>
              </a:ext>
            </a:extLst>
          </p:cNvPr>
          <p:cNvSpPr txBox="1"/>
          <p:nvPr/>
        </p:nvSpPr>
        <p:spPr>
          <a:xfrm>
            <a:off x="1686393" y="2022666"/>
            <a:ext cx="3058789" cy="3674211"/>
          </a:xfrm>
          <a:prstGeom prst="rect">
            <a:avLst/>
          </a:prstGeom>
          <a:noFill/>
        </p:spPr>
        <p:txBody>
          <a:bodyPr wrap="square" rtlCol="0">
            <a:spAutoFit/>
          </a:bodyPr>
          <a:lstStyle/>
          <a:p>
            <a:pPr marL="457200" indent="-457200">
              <a:lnSpc>
                <a:spcPct val="200000"/>
              </a:lnSpc>
              <a:buFont typeface="+mj-ea"/>
              <a:buAutoNum type="circleNumDbPlain"/>
            </a:pPr>
            <a:r>
              <a:rPr lang="zh-CN" altLang="en-US" sz="2400" dirty="0">
                <a:latin typeface="微软雅黑" panose="020B0503020204020204" pitchFamily="34" charset="-122"/>
                <a:ea typeface="微软雅黑" panose="020B0503020204020204" pitchFamily="34" charset="-122"/>
              </a:rPr>
              <a:t>主</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谓</a:t>
            </a:r>
            <a:endParaRPr lang="en-US" altLang="zh-CN" sz="2400" dirty="0">
              <a:latin typeface="微软雅黑" panose="020B0503020204020204" pitchFamily="34" charset="-122"/>
              <a:ea typeface="微软雅黑" panose="020B0503020204020204" pitchFamily="34" charset="-122"/>
            </a:endParaRPr>
          </a:p>
          <a:p>
            <a:pPr marL="457200" indent="-457200">
              <a:lnSpc>
                <a:spcPct val="200000"/>
              </a:lnSpc>
              <a:buFontTx/>
              <a:buAutoNum type="circleNumDbPlain"/>
            </a:pPr>
            <a:r>
              <a:rPr lang="zh-CN" altLang="en-US" sz="2400" dirty="0">
                <a:latin typeface="微软雅黑" panose="020B0503020204020204" pitchFamily="34" charset="-122"/>
                <a:ea typeface="微软雅黑" panose="020B0503020204020204" pitchFamily="34" charset="-122"/>
              </a:rPr>
              <a:t>主</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谓</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宾</a:t>
            </a:r>
            <a:endParaRPr lang="en-US" altLang="zh-CN" sz="2400" dirty="0">
              <a:latin typeface="微软雅黑" panose="020B0503020204020204" pitchFamily="34" charset="-122"/>
              <a:ea typeface="微软雅黑" panose="020B0503020204020204" pitchFamily="34" charset="-122"/>
            </a:endParaRPr>
          </a:p>
          <a:p>
            <a:pPr marL="457200" indent="-457200">
              <a:lnSpc>
                <a:spcPct val="200000"/>
              </a:lnSpc>
              <a:buFontTx/>
              <a:buAutoNum type="circleNumDbPlain"/>
            </a:pPr>
            <a:r>
              <a:rPr lang="zh-CN" altLang="en-US" sz="2400" dirty="0">
                <a:latin typeface="微软雅黑" panose="020B0503020204020204" pitchFamily="34" charset="-122"/>
                <a:ea typeface="微软雅黑" panose="020B0503020204020204" pitchFamily="34" charset="-122"/>
              </a:rPr>
              <a:t>主</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谓</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宾</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宾</a:t>
            </a:r>
            <a:endParaRPr lang="en-US" altLang="zh-CN" sz="2400" dirty="0">
              <a:latin typeface="微软雅黑" panose="020B0503020204020204" pitchFamily="34" charset="-122"/>
              <a:ea typeface="微软雅黑" panose="020B0503020204020204" pitchFamily="34" charset="-122"/>
            </a:endParaRPr>
          </a:p>
          <a:p>
            <a:pPr marL="457200" indent="-457200">
              <a:lnSpc>
                <a:spcPct val="200000"/>
              </a:lnSpc>
              <a:buFontTx/>
              <a:buAutoNum type="circleNumDbPlain"/>
            </a:pPr>
            <a:r>
              <a:rPr lang="zh-CN" altLang="en-US" sz="2400" dirty="0">
                <a:latin typeface="微软雅黑" panose="020B0503020204020204" pitchFamily="34" charset="-122"/>
                <a:ea typeface="微软雅黑" panose="020B0503020204020204" pitchFamily="34" charset="-122"/>
              </a:rPr>
              <a:t>主</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谓</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宾</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宾补</a:t>
            </a:r>
            <a:endParaRPr lang="en-US" altLang="zh-CN" sz="2400" dirty="0">
              <a:latin typeface="微软雅黑" panose="020B0503020204020204" pitchFamily="34" charset="-122"/>
              <a:ea typeface="微软雅黑" panose="020B0503020204020204" pitchFamily="34" charset="-122"/>
            </a:endParaRPr>
          </a:p>
          <a:p>
            <a:pPr marL="457200" indent="-457200">
              <a:lnSpc>
                <a:spcPct val="200000"/>
              </a:lnSpc>
              <a:buFontTx/>
              <a:buAutoNum type="circleNumDbPlain"/>
            </a:pPr>
            <a:r>
              <a:rPr lang="zh-CN" altLang="en-US" sz="2400" dirty="0">
                <a:latin typeface="微软雅黑" panose="020B0503020204020204" pitchFamily="34" charset="-122"/>
                <a:ea typeface="微软雅黑" panose="020B0503020204020204" pitchFamily="34" charset="-122"/>
              </a:rPr>
              <a:t>主</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系</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表</a:t>
            </a:r>
            <a:endParaRPr lang="en-US" altLang="zh-CN" sz="2400"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2E3C6934-8358-43FC-ADD2-31CB411211D0}"/>
              </a:ext>
            </a:extLst>
          </p:cNvPr>
          <p:cNvSpPr txBox="1"/>
          <p:nvPr/>
        </p:nvSpPr>
        <p:spPr>
          <a:xfrm>
            <a:off x="5212375" y="2029404"/>
            <a:ext cx="5455625" cy="3674211"/>
          </a:xfrm>
          <a:prstGeom prst="rect">
            <a:avLst/>
          </a:prstGeom>
          <a:noFill/>
        </p:spPr>
        <p:txBody>
          <a:bodyPr wrap="square" rtlCol="0">
            <a:spAutoFit/>
          </a:bodyPr>
          <a:lstStyle/>
          <a:p>
            <a:pPr>
              <a:lnSpc>
                <a:spcPct val="200000"/>
              </a:lnSpc>
            </a:pPr>
            <a:r>
              <a:rPr lang="en-US" altLang="zh-CN" sz="2400" dirty="0">
                <a:latin typeface="微软雅黑" panose="020B0503020204020204" pitchFamily="34" charset="-122"/>
                <a:ea typeface="微软雅黑" panose="020B0503020204020204" pitchFamily="34" charset="-122"/>
              </a:rPr>
              <a:t>I sleep.</a:t>
            </a:r>
          </a:p>
          <a:p>
            <a:pPr>
              <a:lnSpc>
                <a:spcPct val="200000"/>
              </a:lnSpc>
            </a:pPr>
            <a:r>
              <a:rPr lang="en-US" altLang="zh-CN" sz="2400" dirty="0">
                <a:latin typeface="微软雅黑" panose="020B0503020204020204" pitchFamily="34" charset="-122"/>
                <a:ea typeface="微软雅黑" panose="020B0503020204020204" pitchFamily="34" charset="-122"/>
              </a:rPr>
              <a:t>I eat an apple.</a:t>
            </a:r>
          </a:p>
          <a:p>
            <a:pPr>
              <a:lnSpc>
                <a:spcPct val="200000"/>
              </a:lnSpc>
            </a:pPr>
            <a:r>
              <a:rPr lang="en-US" altLang="zh-CN" sz="2400" dirty="0">
                <a:latin typeface="微软雅黑" panose="020B0503020204020204" pitchFamily="34" charset="-122"/>
                <a:ea typeface="微软雅黑" panose="020B0503020204020204" pitchFamily="34" charset="-122"/>
              </a:rPr>
              <a:t>My mom gave me an apple.</a:t>
            </a:r>
          </a:p>
          <a:p>
            <a:pPr>
              <a:lnSpc>
                <a:spcPct val="200000"/>
              </a:lnSpc>
            </a:pPr>
            <a:r>
              <a:rPr lang="en-US" altLang="zh-CN" sz="2400" dirty="0">
                <a:latin typeface="微软雅黑" panose="020B0503020204020204" pitchFamily="34" charset="-122"/>
                <a:ea typeface="微软雅黑" panose="020B0503020204020204" pitchFamily="34" charset="-122"/>
              </a:rPr>
              <a:t>I made my life better.</a:t>
            </a:r>
          </a:p>
          <a:p>
            <a:pPr>
              <a:lnSpc>
                <a:spcPct val="200000"/>
              </a:lnSpc>
            </a:pPr>
            <a:r>
              <a:rPr lang="en-US" altLang="zh-CN" sz="2400" dirty="0">
                <a:latin typeface="微软雅黑" panose="020B0503020204020204" pitchFamily="34" charset="-122"/>
                <a:ea typeface="微软雅黑" panose="020B0503020204020204" pitchFamily="34" charset="-122"/>
              </a:rPr>
              <a:t>I am fine.</a:t>
            </a:r>
          </a:p>
        </p:txBody>
      </p:sp>
      <p:sp>
        <p:nvSpPr>
          <p:cNvPr id="6" name="矩形 5">
            <a:extLst>
              <a:ext uri="{FF2B5EF4-FFF2-40B4-BE49-F238E27FC236}">
                <a16:creationId xmlns:a16="http://schemas.microsoft.com/office/drawing/2014/main" id="{4D284818-1611-4DAB-A232-49B6CB64C8FA}"/>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511844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4427800" y="2740730"/>
            <a:ext cx="5801989" cy="2196883"/>
          </a:xfrm>
          <a:prstGeom prst="rect">
            <a:avLst/>
          </a:prstGeom>
          <a:noFill/>
        </p:spPr>
        <p:txBody>
          <a:bodyPr wrap="square" rtlCol="0">
            <a:spAutoFit/>
          </a:bodyPr>
          <a:lstStyle/>
          <a:p>
            <a:pPr>
              <a:lnSpc>
                <a:spcPct val="200000"/>
              </a:lnSpc>
            </a:pPr>
            <a:r>
              <a:rPr lang="en-US" altLang="zh-CN" sz="2400" dirty="0">
                <a:latin typeface="微软雅黑" panose="020B0503020204020204" pitchFamily="34" charset="-122"/>
                <a:ea typeface="微软雅黑" panose="020B0503020204020204" pitchFamily="34" charset="-122"/>
              </a:rPr>
              <a:t>1. </a:t>
            </a:r>
            <a:r>
              <a:rPr lang="zh-CN" altLang="en-US" sz="2400" dirty="0">
                <a:latin typeface="微软雅黑" panose="020B0503020204020204" pitchFamily="34" charset="-122"/>
                <a:ea typeface="微软雅黑" panose="020B0503020204020204" pitchFamily="34" charset="-122"/>
              </a:rPr>
              <a:t>句型：五大基本句型</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2. </a:t>
            </a:r>
            <a:r>
              <a:rPr lang="zh-CN" altLang="en-US" sz="2400" dirty="0">
                <a:latin typeface="微软雅黑" panose="020B0503020204020204" pitchFamily="34" charset="-122"/>
                <a:ea typeface="微软雅黑" panose="020B0503020204020204" pitchFamily="34" charset="-122"/>
              </a:rPr>
              <a:t>选词：尽量选择教材内的词</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3. </a:t>
            </a:r>
            <a:r>
              <a:rPr lang="zh-CN" altLang="en-US" sz="2400" dirty="0">
                <a:latin typeface="微软雅黑" panose="020B0503020204020204" pitchFamily="34" charset="-122"/>
                <a:ea typeface="微软雅黑" panose="020B0503020204020204" pitchFamily="34" charset="-122"/>
              </a:rPr>
              <a:t>造句：检查语法、拼写等错误</a:t>
            </a:r>
          </a:p>
        </p:txBody>
      </p:sp>
      <p:sp>
        <p:nvSpPr>
          <p:cNvPr id="5" name="文本框 4">
            <a:extLst>
              <a:ext uri="{FF2B5EF4-FFF2-40B4-BE49-F238E27FC236}">
                <a16:creationId xmlns:a16="http://schemas.microsoft.com/office/drawing/2014/main" id="{64EA74FE-0305-4F3C-A2A9-BBA627EEF49E}"/>
              </a:ext>
            </a:extLst>
          </p:cNvPr>
          <p:cNvSpPr txBox="1"/>
          <p:nvPr/>
        </p:nvSpPr>
        <p:spPr>
          <a:xfrm>
            <a:off x="1962211" y="3637578"/>
            <a:ext cx="2242726" cy="581057"/>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汉译英原则</a:t>
            </a:r>
          </a:p>
        </p:txBody>
      </p:sp>
      <p:sp>
        <p:nvSpPr>
          <p:cNvPr id="6" name="左大括号 5">
            <a:extLst>
              <a:ext uri="{FF2B5EF4-FFF2-40B4-BE49-F238E27FC236}">
                <a16:creationId xmlns:a16="http://schemas.microsoft.com/office/drawing/2014/main" id="{C366B853-2B90-4DC7-A593-1CCD32858ED2}"/>
              </a:ext>
            </a:extLst>
          </p:cNvPr>
          <p:cNvSpPr/>
          <p:nvPr/>
        </p:nvSpPr>
        <p:spPr>
          <a:xfrm>
            <a:off x="3965094" y="3122972"/>
            <a:ext cx="250854" cy="181464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7D81D62C-458A-42AB-B4D7-99AE2B0A4E41}"/>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972249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4427800" y="2740730"/>
            <a:ext cx="5801989" cy="2196883"/>
          </a:xfrm>
          <a:prstGeom prst="rect">
            <a:avLst/>
          </a:prstGeom>
          <a:noFill/>
        </p:spPr>
        <p:txBody>
          <a:bodyPr wrap="square" rtlCol="0">
            <a:spAutoFit/>
          </a:bodyPr>
          <a:lstStyle/>
          <a:p>
            <a:pPr marL="457200" indent="-457200">
              <a:lnSpc>
                <a:spcPct val="200000"/>
              </a:lnSpc>
              <a:buAutoNum type="arabicPeriod"/>
            </a:pPr>
            <a:r>
              <a:rPr lang="zh-CN" altLang="en-US" sz="2400" dirty="0">
                <a:latin typeface="微软雅黑" panose="020B0503020204020204" pitchFamily="34" charset="-122"/>
                <a:ea typeface="微软雅黑" panose="020B0503020204020204" pitchFamily="34" charset="-122"/>
              </a:rPr>
              <a:t>逐字翻译</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2. </a:t>
            </a:r>
            <a:r>
              <a:rPr lang="zh-CN" altLang="en-US" sz="2400" dirty="0">
                <a:latin typeface="微软雅黑" panose="020B0503020204020204" pitchFamily="34" charset="-122"/>
                <a:ea typeface="微软雅黑" panose="020B0503020204020204" pitchFamily="34" charset="-122"/>
              </a:rPr>
              <a:t>调整语序</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3. </a:t>
            </a:r>
            <a:r>
              <a:rPr lang="zh-CN" altLang="en-US" sz="2400" dirty="0">
                <a:latin typeface="微软雅黑" panose="020B0503020204020204" pitchFamily="34" charset="-122"/>
                <a:ea typeface="微软雅黑" panose="020B0503020204020204" pitchFamily="34" charset="-122"/>
              </a:rPr>
              <a:t>选择适当语法</a:t>
            </a:r>
          </a:p>
        </p:txBody>
      </p:sp>
      <p:sp>
        <p:nvSpPr>
          <p:cNvPr id="5" name="文本框 4">
            <a:extLst>
              <a:ext uri="{FF2B5EF4-FFF2-40B4-BE49-F238E27FC236}">
                <a16:creationId xmlns:a16="http://schemas.microsoft.com/office/drawing/2014/main" id="{64EA74FE-0305-4F3C-A2A9-BBA627EEF49E}"/>
              </a:ext>
            </a:extLst>
          </p:cNvPr>
          <p:cNvSpPr txBox="1"/>
          <p:nvPr/>
        </p:nvSpPr>
        <p:spPr>
          <a:xfrm>
            <a:off x="1962211" y="3637578"/>
            <a:ext cx="2242726" cy="581057"/>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汉译英方法</a:t>
            </a:r>
          </a:p>
        </p:txBody>
      </p:sp>
      <p:sp>
        <p:nvSpPr>
          <p:cNvPr id="6" name="左大括号 5">
            <a:extLst>
              <a:ext uri="{FF2B5EF4-FFF2-40B4-BE49-F238E27FC236}">
                <a16:creationId xmlns:a16="http://schemas.microsoft.com/office/drawing/2014/main" id="{C366B853-2B90-4DC7-A593-1CCD32858ED2}"/>
              </a:ext>
            </a:extLst>
          </p:cNvPr>
          <p:cNvSpPr/>
          <p:nvPr/>
        </p:nvSpPr>
        <p:spPr>
          <a:xfrm>
            <a:off x="3965094" y="3122972"/>
            <a:ext cx="250854" cy="181464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265A8718-6851-4DF8-9BD5-C7DAC31E74AB}"/>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4240918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1005727" y="1182094"/>
            <a:ext cx="9267418" cy="719556"/>
          </a:xfrm>
          <a:prstGeom prst="rect">
            <a:avLst/>
          </a:prstGeom>
          <a:noFill/>
        </p:spPr>
        <p:txBody>
          <a:bodyPr wrap="square" rtlCol="0">
            <a:spAutoFit/>
          </a:bodyPr>
          <a:lstStyle/>
          <a:p>
            <a:pPr>
              <a:lnSpc>
                <a:spcPct val="200000"/>
              </a:lnSpc>
            </a:pP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如果昨晚没熬夜的话，他今天就不会睡过头了。</a:t>
            </a:r>
            <a:r>
              <a:rPr lang="en-US" altLang="zh-CN" sz="2400" dirty="0">
                <a:latin typeface="微软雅黑" panose="020B0503020204020204" pitchFamily="34" charset="-122"/>
                <a:ea typeface="微软雅黑" panose="020B0503020204020204" pitchFamily="34" charset="-122"/>
              </a:rPr>
              <a:t> </a:t>
            </a:r>
            <a:endParaRPr lang="zh-CN" altLang="en-US" sz="24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DC6B8F47-8E15-4AC2-BC5B-07343FA0B8CD}"/>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360212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1005727" y="1182094"/>
            <a:ext cx="9267418" cy="2935547"/>
          </a:xfrm>
          <a:prstGeom prst="rect">
            <a:avLst/>
          </a:prstGeom>
          <a:noFill/>
        </p:spPr>
        <p:txBody>
          <a:bodyPr wrap="square" rtlCol="0">
            <a:spAutoFit/>
          </a:bodyPr>
          <a:lstStyle/>
          <a:p>
            <a:pPr>
              <a:lnSpc>
                <a:spcPct val="200000"/>
              </a:lnSpc>
            </a:pP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如果昨晚没熬夜的话，他今天就不会睡过头了。</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If     last night   not stay up </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he today not oversleep</a:t>
            </a:r>
          </a:p>
          <a:p>
            <a:pPr>
              <a:lnSpc>
                <a:spcPct val="200000"/>
              </a:lnSpc>
            </a:pP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 </a:t>
            </a:r>
            <a:endParaRPr lang="zh-CN" altLang="en-US" sz="24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8BA0A6A3-94CC-404A-BEEA-2CD9AF656556}"/>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862945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1005727" y="1182094"/>
            <a:ext cx="9267418" cy="2935547"/>
          </a:xfrm>
          <a:prstGeom prst="rect">
            <a:avLst/>
          </a:prstGeom>
          <a:noFill/>
        </p:spPr>
        <p:txBody>
          <a:bodyPr wrap="square" rtlCol="0">
            <a:spAutoFit/>
          </a:bodyPr>
          <a:lstStyle/>
          <a:p>
            <a:pPr>
              <a:lnSpc>
                <a:spcPct val="200000"/>
              </a:lnSpc>
            </a:pP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如果昨晚没熬夜的话，他今天就不会睡过头了。</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If     last night   not stay up </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he today not oversleep</a:t>
            </a:r>
          </a:p>
          <a:p>
            <a:pPr>
              <a:lnSpc>
                <a:spcPct val="200000"/>
              </a:lnSpc>
            </a:pPr>
            <a:r>
              <a:rPr lang="en-US" altLang="zh-CN" sz="2400" dirty="0">
                <a:latin typeface="微软雅黑" panose="020B0503020204020204" pitchFamily="34" charset="-122"/>
                <a:ea typeface="微软雅黑" panose="020B0503020204020204" pitchFamily="34" charset="-122"/>
              </a:rPr>
              <a:t>If he did not stay up last night</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he will not oversleep.</a:t>
            </a:r>
          </a:p>
          <a:p>
            <a:pPr>
              <a:lnSpc>
                <a:spcPct val="200000"/>
              </a:lnSpc>
            </a:pPr>
            <a:r>
              <a:rPr lang="en-US" altLang="zh-CN" sz="2400" dirty="0">
                <a:latin typeface="微软雅黑" panose="020B0503020204020204" pitchFamily="34" charset="-122"/>
                <a:ea typeface="微软雅黑" panose="020B0503020204020204" pitchFamily="34" charset="-122"/>
              </a:rPr>
              <a:t> </a:t>
            </a:r>
            <a:endParaRPr lang="zh-CN" altLang="en-US" sz="24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F0DA8E2E-93F7-44AB-976A-BDE2513189BD}"/>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60780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1005727" y="1182094"/>
            <a:ext cx="9267418" cy="2935547"/>
          </a:xfrm>
          <a:prstGeom prst="rect">
            <a:avLst/>
          </a:prstGeom>
          <a:noFill/>
        </p:spPr>
        <p:txBody>
          <a:bodyPr wrap="square" rtlCol="0">
            <a:spAutoFit/>
          </a:bodyPr>
          <a:lstStyle/>
          <a:p>
            <a:pPr>
              <a:lnSpc>
                <a:spcPct val="200000"/>
              </a:lnSpc>
            </a:pP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如果昨晚没熬夜的话，他今天就不会睡过头了。</a:t>
            </a:r>
            <a:endParaRPr lang="en-US" altLang="zh-CN" sz="2400" dirty="0">
              <a:latin typeface="微软雅黑" panose="020B0503020204020204" pitchFamily="34" charset="-122"/>
              <a:ea typeface="微软雅黑" panose="020B0503020204020204" pitchFamily="34" charset="-122"/>
            </a:endParaRPr>
          </a:p>
          <a:p>
            <a:pPr>
              <a:lnSpc>
                <a:spcPct val="200000"/>
              </a:lnSpc>
            </a:pPr>
            <a:endParaRPr lang="en-US" altLang="zh-CN" sz="2400" dirty="0">
              <a:latin typeface="微软雅黑" panose="020B0503020204020204" pitchFamily="34" charset="-122"/>
              <a:ea typeface="微软雅黑" panose="020B0503020204020204" pitchFamily="34" charset="-122"/>
            </a:endParaRPr>
          </a:p>
          <a:p>
            <a:pPr>
              <a:lnSpc>
                <a:spcPct val="200000"/>
              </a:lnSpc>
            </a:pP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If </a:t>
            </a:r>
            <a:r>
              <a:rPr lang="zh-CN" altLang="en-US" sz="2400" dirty="0">
                <a:latin typeface="微软雅黑" panose="020B0503020204020204" pitchFamily="34" charset="-122"/>
                <a:ea typeface="微软雅黑" panose="020B0503020204020204" pitchFamily="34" charset="-122"/>
              </a:rPr>
              <a:t>条件句</a:t>
            </a:r>
            <a:endParaRPr lang="en-US" altLang="zh-CN" sz="2400"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33EE1F28-99E7-40BF-8BC9-F8177602B143}"/>
              </a:ext>
            </a:extLst>
          </p:cNvPr>
          <p:cNvSpPr/>
          <p:nvPr/>
        </p:nvSpPr>
        <p:spPr>
          <a:xfrm>
            <a:off x="2902527" y="2993390"/>
            <a:ext cx="9829800" cy="1458220"/>
          </a:xfrm>
          <a:prstGeom prst="rect">
            <a:avLst/>
          </a:prstGeom>
        </p:spPr>
        <p:txBody>
          <a:bodyPr wrap="square">
            <a:spAutoFit/>
          </a:bodyPr>
          <a:lstStyle/>
          <a:p>
            <a:pPr lvl="0">
              <a:lnSpc>
                <a:spcPct val="200000"/>
              </a:lnSpc>
            </a:pPr>
            <a:r>
              <a:rPr lang="en-US" altLang="zh-CN" sz="2400" dirty="0">
                <a:solidFill>
                  <a:prstClr val="black"/>
                </a:solidFill>
                <a:latin typeface="微软雅黑" panose="020B0503020204020204" pitchFamily="34" charset="-122"/>
                <a:ea typeface="微软雅黑" panose="020B0503020204020204" pitchFamily="34" charset="-122"/>
              </a:rPr>
              <a:t>If he </a:t>
            </a:r>
            <a:r>
              <a:rPr lang="zh-CN" altLang="en-US" sz="2400" dirty="0">
                <a:solidFill>
                  <a:prstClr val="black"/>
                </a:solidFill>
                <a:latin typeface="微软雅黑" panose="020B0503020204020204" pitchFamily="34" charset="-122"/>
                <a:ea typeface="微软雅黑" panose="020B0503020204020204" pitchFamily="34" charset="-122"/>
              </a:rPr>
              <a:t> </a:t>
            </a:r>
            <a:r>
              <a:rPr lang="en-US" altLang="zh-CN" sz="2400" dirty="0">
                <a:solidFill>
                  <a:prstClr val="black"/>
                </a:solidFill>
                <a:latin typeface="微软雅黑" panose="020B0503020204020204" pitchFamily="34" charset="-122"/>
                <a:ea typeface="微软雅黑" panose="020B0503020204020204" pitchFamily="34" charset="-122"/>
              </a:rPr>
              <a:t>doesn’t hurry up,</a:t>
            </a:r>
            <a:r>
              <a:rPr lang="zh-CN" altLang="en-US" sz="2400" dirty="0">
                <a:solidFill>
                  <a:prstClr val="black"/>
                </a:solidFill>
                <a:latin typeface="微软雅黑" panose="020B0503020204020204" pitchFamily="34" charset="-122"/>
                <a:ea typeface="微软雅黑" panose="020B0503020204020204" pitchFamily="34" charset="-122"/>
              </a:rPr>
              <a:t> </a:t>
            </a:r>
            <a:r>
              <a:rPr lang="en-US" altLang="zh-CN" sz="2400" dirty="0">
                <a:solidFill>
                  <a:prstClr val="black"/>
                </a:solidFill>
                <a:latin typeface="微软雅黑" panose="020B0503020204020204" pitchFamily="34" charset="-122"/>
                <a:ea typeface="微软雅黑" panose="020B0503020204020204" pitchFamily="34" charset="-122"/>
              </a:rPr>
              <a:t>he will miss the bus. </a:t>
            </a:r>
          </a:p>
          <a:p>
            <a:pPr lvl="0">
              <a:lnSpc>
                <a:spcPct val="200000"/>
              </a:lnSpc>
            </a:pPr>
            <a:r>
              <a:rPr lang="en-US" altLang="zh-CN" sz="2400" dirty="0">
                <a:solidFill>
                  <a:prstClr val="black"/>
                </a:solidFill>
                <a:latin typeface="微软雅黑" panose="020B0503020204020204" pitchFamily="34" charset="-122"/>
                <a:ea typeface="微软雅黑" panose="020B0503020204020204" pitchFamily="34" charset="-122"/>
              </a:rPr>
              <a:t>If I knew his number,</a:t>
            </a:r>
            <a:r>
              <a:rPr lang="zh-CN" altLang="en-US" sz="2400" dirty="0">
                <a:solidFill>
                  <a:prstClr val="black"/>
                </a:solidFill>
                <a:latin typeface="微软雅黑" panose="020B0503020204020204" pitchFamily="34" charset="-122"/>
                <a:ea typeface="微软雅黑" panose="020B0503020204020204" pitchFamily="34" charset="-122"/>
              </a:rPr>
              <a:t> </a:t>
            </a:r>
            <a:r>
              <a:rPr lang="en-US" altLang="zh-CN" sz="2400" dirty="0">
                <a:solidFill>
                  <a:prstClr val="black"/>
                </a:solidFill>
                <a:latin typeface="微软雅黑" panose="020B0503020204020204" pitchFamily="34" charset="-122"/>
                <a:ea typeface="微软雅黑" panose="020B0503020204020204" pitchFamily="34" charset="-122"/>
              </a:rPr>
              <a:t>I</a:t>
            </a:r>
            <a:r>
              <a:rPr lang="zh-CN" altLang="en-US" sz="2400" dirty="0">
                <a:solidFill>
                  <a:prstClr val="black"/>
                </a:solidFill>
                <a:latin typeface="微软雅黑" panose="020B0503020204020204" pitchFamily="34" charset="-122"/>
                <a:ea typeface="微软雅黑" panose="020B0503020204020204" pitchFamily="34" charset="-122"/>
              </a:rPr>
              <a:t> </a:t>
            </a:r>
            <a:r>
              <a:rPr lang="en-US" altLang="zh-CN" sz="2400" dirty="0">
                <a:solidFill>
                  <a:prstClr val="black"/>
                </a:solidFill>
                <a:latin typeface="微软雅黑" panose="020B0503020204020204" pitchFamily="34" charset="-122"/>
                <a:ea typeface="微软雅黑" panose="020B0503020204020204" pitchFamily="34" charset="-122"/>
              </a:rPr>
              <a:t>would</a:t>
            </a:r>
            <a:r>
              <a:rPr lang="zh-CN" altLang="en-US" sz="2400" dirty="0">
                <a:solidFill>
                  <a:prstClr val="black"/>
                </a:solidFill>
                <a:latin typeface="微软雅黑" panose="020B0503020204020204" pitchFamily="34" charset="-122"/>
                <a:ea typeface="微软雅黑" panose="020B0503020204020204" pitchFamily="34" charset="-122"/>
              </a:rPr>
              <a:t> </a:t>
            </a:r>
            <a:r>
              <a:rPr lang="en-US" altLang="zh-CN" sz="2400" dirty="0">
                <a:solidFill>
                  <a:prstClr val="black"/>
                </a:solidFill>
                <a:latin typeface="微软雅黑" panose="020B0503020204020204" pitchFamily="34" charset="-122"/>
                <a:ea typeface="微软雅黑" panose="020B0503020204020204" pitchFamily="34" charset="-122"/>
              </a:rPr>
              <a:t>tell you. </a:t>
            </a:r>
            <a:endParaRPr lang="zh-CN" altLang="en-US" sz="2400" dirty="0">
              <a:solidFill>
                <a:prstClr val="black"/>
              </a:solidFill>
              <a:latin typeface="微软雅黑" panose="020B0503020204020204" pitchFamily="34" charset="-122"/>
              <a:ea typeface="微软雅黑" panose="020B0503020204020204" pitchFamily="34" charset="-122"/>
            </a:endParaRPr>
          </a:p>
        </p:txBody>
      </p:sp>
      <p:sp>
        <p:nvSpPr>
          <p:cNvPr id="7" name="左大括号 6">
            <a:extLst>
              <a:ext uri="{FF2B5EF4-FFF2-40B4-BE49-F238E27FC236}">
                <a16:creationId xmlns:a16="http://schemas.microsoft.com/office/drawing/2014/main" id="{6F25211F-68BB-40B0-AD55-AF86B9CBA16F}"/>
              </a:ext>
            </a:extLst>
          </p:cNvPr>
          <p:cNvSpPr/>
          <p:nvPr/>
        </p:nvSpPr>
        <p:spPr>
          <a:xfrm>
            <a:off x="2653146" y="3311236"/>
            <a:ext cx="69272" cy="1070424"/>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1654D39D-A7A4-46E7-8783-24A6F223AAAA}"/>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920149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1005727" y="1182094"/>
            <a:ext cx="9267418" cy="2935547"/>
          </a:xfrm>
          <a:prstGeom prst="rect">
            <a:avLst/>
          </a:prstGeom>
          <a:noFill/>
        </p:spPr>
        <p:txBody>
          <a:bodyPr wrap="square" rtlCol="0">
            <a:spAutoFit/>
          </a:bodyPr>
          <a:lstStyle/>
          <a:p>
            <a:pPr>
              <a:lnSpc>
                <a:spcPct val="200000"/>
              </a:lnSpc>
            </a:pP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如果昨晚没熬夜的话，他今天就不会睡过头了。</a:t>
            </a:r>
            <a:endParaRPr lang="en-US" altLang="zh-CN" sz="2400" dirty="0">
              <a:latin typeface="微软雅黑" panose="020B0503020204020204" pitchFamily="34" charset="-122"/>
              <a:ea typeface="微软雅黑" panose="020B0503020204020204" pitchFamily="34" charset="-122"/>
            </a:endParaRPr>
          </a:p>
          <a:p>
            <a:pPr>
              <a:lnSpc>
                <a:spcPct val="200000"/>
              </a:lnSpc>
            </a:pPr>
            <a:endParaRPr lang="en-US" altLang="zh-CN" sz="2400" dirty="0">
              <a:latin typeface="微软雅黑" panose="020B0503020204020204" pitchFamily="34" charset="-122"/>
              <a:ea typeface="微软雅黑" panose="020B0503020204020204" pitchFamily="34" charset="-122"/>
            </a:endParaRPr>
          </a:p>
          <a:p>
            <a:pPr>
              <a:lnSpc>
                <a:spcPct val="200000"/>
              </a:lnSpc>
            </a:pP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If </a:t>
            </a:r>
            <a:r>
              <a:rPr lang="zh-CN" altLang="en-US" sz="2400" dirty="0">
                <a:latin typeface="微软雅黑" panose="020B0503020204020204" pitchFamily="34" charset="-122"/>
                <a:ea typeface="微软雅黑" panose="020B0503020204020204" pitchFamily="34" charset="-122"/>
              </a:rPr>
              <a:t>条件句</a:t>
            </a:r>
            <a:endParaRPr lang="en-US" altLang="zh-CN" sz="2400"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33EE1F28-99E7-40BF-8BC9-F8177602B143}"/>
              </a:ext>
            </a:extLst>
          </p:cNvPr>
          <p:cNvSpPr/>
          <p:nvPr/>
        </p:nvSpPr>
        <p:spPr>
          <a:xfrm>
            <a:off x="2902527" y="2993390"/>
            <a:ext cx="9829800" cy="1458220"/>
          </a:xfrm>
          <a:prstGeom prst="rect">
            <a:avLst/>
          </a:prstGeom>
        </p:spPr>
        <p:txBody>
          <a:bodyPr wrap="square">
            <a:spAutoFit/>
          </a:bodyPr>
          <a:lstStyle/>
          <a:p>
            <a:pPr lvl="0">
              <a:lnSpc>
                <a:spcPct val="200000"/>
              </a:lnSpc>
            </a:pPr>
            <a:r>
              <a:rPr lang="en-US" altLang="zh-CN" sz="2400" dirty="0">
                <a:solidFill>
                  <a:prstClr val="black"/>
                </a:solidFill>
                <a:latin typeface="微软雅黑" panose="020B0503020204020204" pitchFamily="34" charset="-122"/>
                <a:ea typeface="微软雅黑" panose="020B0503020204020204" pitchFamily="34" charset="-122"/>
              </a:rPr>
              <a:t>If he </a:t>
            </a:r>
            <a:r>
              <a:rPr lang="zh-CN" altLang="en-US" sz="2400" dirty="0">
                <a:solidFill>
                  <a:prstClr val="black"/>
                </a:solidFill>
                <a:latin typeface="微软雅黑" panose="020B0503020204020204" pitchFamily="34" charset="-122"/>
                <a:ea typeface="微软雅黑" panose="020B0503020204020204" pitchFamily="34" charset="-122"/>
              </a:rPr>
              <a:t> </a:t>
            </a:r>
            <a:r>
              <a:rPr lang="en-US" altLang="zh-CN" sz="2400" dirty="0">
                <a:solidFill>
                  <a:prstClr val="black"/>
                </a:solidFill>
                <a:latin typeface="微软雅黑" panose="020B0503020204020204" pitchFamily="34" charset="-122"/>
                <a:ea typeface="微软雅黑" panose="020B0503020204020204" pitchFamily="34" charset="-122"/>
              </a:rPr>
              <a:t>doesn’t hurry up,</a:t>
            </a:r>
            <a:r>
              <a:rPr lang="zh-CN" altLang="en-US" sz="2400" dirty="0">
                <a:solidFill>
                  <a:prstClr val="black"/>
                </a:solidFill>
                <a:latin typeface="微软雅黑" panose="020B0503020204020204" pitchFamily="34" charset="-122"/>
                <a:ea typeface="微软雅黑" panose="020B0503020204020204" pitchFamily="34" charset="-122"/>
              </a:rPr>
              <a:t> </a:t>
            </a:r>
            <a:r>
              <a:rPr lang="en-US" altLang="zh-CN" sz="2400" dirty="0">
                <a:solidFill>
                  <a:prstClr val="black"/>
                </a:solidFill>
                <a:latin typeface="微软雅黑" panose="020B0503020204020204" pitchFamily="34" charset="-122"/>
                <a:ea typeface="微软雅黑" panose="020B0503020204020204" pitchFamily="34" charset="-122"/>
              </a:rPr>
              <a:t>he will miss the bus. </a:t>
            </a:r>
            <a:r>
              <a:rPr lang="zh-CN" altLang="en-US" sz="2400" dirty="0">
                <a:solidFill>
                  <a:srgbClr val="FF0000"/>
                </a:solidFill>
                <a:latin typeface="微软雅黑" panose="020B0503020204020204" pitchFamily="34" charset="-122"/>
                <a:ea typeface="微软雅黑" panose="020B0503020204020204" pitchFamily="34" charset="-122"/>
              </a:rPr>
              <a:t>（真实）</a:t>
            </a:r>
            <a:endParaRPr lang="en-US" altLang="zh-CN" sz="2400" dirty="0">
              <a:solidFill>
                <a:srgbClr val="FF0000"/>
              </a:solidFill>
              <a:latin typeface="微软雅黑" panose="020B0503020204020204" pitchFamily="34" charset="-122"/>
              <a:ea typeface="微软雅黑" panose="020B0503020204020204" pitchFamily="34" charset="-122"/>
            </a:endParaRPr>
          </a:p>
          <a:p>
            <a:pPr lvl="0">
              <a:lnSpc>
                <a:spcPct val="200000"/>
              </a:lnSpc>
            </a:pPr>
            <a:r>
              <a:rPr lang="en-US" altLang="zh-CN" sz="2400" dirty="0">
                <a:solidFill>
                  <a:prstClr val="black"/>
                </a:solidFill>
                <a:latin typeface="微软雅黑" panose="020B0503020204020204" pitchFamily="34" charset="-122"/>
                <a:ea typeface="微软雅黑" panose="020B0503020204020204" pitchFamily="34" charset="-122"/>
              </a:rPr>
              <a:t>If I knew his number,</a:t>
            </a:r>
            <a:r>
              <a:rPr lang="zh-CN" altLang="en-US" sz="2400" dirty="0">
                <a:solidFill>
                  <a:prstClr val="black"/>
                </a:solidFill>
                <a:latin typeface="微软雅黑" panose="020B0503020204020204" pitchFamily="34" charset="-122"/>
                <a:ea typeface="微软雅黑" panose="020B0503020204020204" pitchFamily="34" charset="-122"/>
              </a:rPr>
              <a:t> </a:t>
            </a:r>
            <a:r>
              <a:rPr lang="en-US" altLang="zh-CN" sz="2400" dirty="0">
                <a:solidFill>
                  <a:prstClr val="black"/>
                </a:solidFill>
                <a:latin typeface="微软雅黑" panose="020B0503020204020204" pitchFamily="34" charset="-122"/>
                <a:ea typeface="微软雅黑" panose="020B0503020204020204" pitchFamily="34" charset="-122"/>
              </a:rPr>
              <a:t>I</a:t>
            </a:r>
            <a:r>
              <a:rPr lang="zh-CN" altLang="en-US" sz="2400" dirty="0">
                <a:solidFill>
                  <a:prstClr val="black"/>
                </a:solidFill>
                <a:latin typeface="微软雅黑" panose="020B0503020204020204" pitchFamily="34" charset="-122"/>
                <a:ea typeface="微软雅黑" panose="020B0503020204020204" pitchFamily="34" charset="-122"/>
              </a:rPr>
              <a:t> </a:t>
            </a:r>
            <a:r>
              <a:rPr lang="en-US" altLang="zh-CN" sz="2400" dirty="0">
                <a:solidFill>
                  <a:prstClr val="black"/>
                </a:solidFill>
                <a:latin typeface="微软雅黑" panose="020B0503020204020204" pitchFamily="34" charset="-122"/>
                <a:ea typeface="微软雅黑" panose="020B0503020204020204" pitchFamily="34" charset="-122"/>
              </a:rPr>
              <a:t>would</a:t>
            </a:r>
            <a:r>
              <a:rPr lang="zh-CN" altLang="en-US" sz="2400" dirty="0">
                <a:solidFill>
                  <a:prstClr val="black"/>
                </a:solidFill>
                <a:latin typeface="微软雅黑" panose="020B0503020204020204" pitchFamily="34" charset="-122"/>
                <a:ea typeface="微软雅黑" panose="020B0503020204020204" pitchFamily="34" charset="-122"/>
              </a:rPr>
              <a:t> </a:t>
            </a:r>
            <a:r>
              <a:rPr lang="en-US" altLang="zh-CN" sz="2400" dirty="0">
                <a:solidFill>
                  <a:prstClr val="black"/>
                </a:solidFill>
                <a:latin typeface="微软雅黑" panose="020B0503020204020204" pitchFamily="34" charset="-122"/>
                <a:ea typeface="微软雅黑" panose="020B0503020204020204" pitchFamily="34" charset="-122"/>
              </a:rPr>
              <a:t>tell you. </a:t>
            </a:r>
            <a:r>
              <a:rPr lang="zh-CN" altLang="en-US" sz="2400" dirty="0">
                <a:solidFill>
                  <a:srgbClr val="FF0000"/>
                </a:solidFill>
                <a:latin typeface="微软雅黑" panose="020B0503020204020204" pitchFamily="34" charset="-122"/>
                <a:ea typeface="微软雅黑" panose="020B0503020204020204" pitchFamily="34" charset="-122"/>
              </a:rPr>
              <a:t>（虚拟）</a:t>
            </a:r>
            <a:r>
              <a:rPr lang="en-US" altLang="zh-CN" sz="2400" dirty="0">
                <a:solidFill>
                  <a:srgbClr val="FF0000"/>
                </a:solidFill>
                <a:latin typeface="微软雅黑" panose="020B0503020204020204" pitchFamily="34" charset="-122"/>
                <a:ea typeface="微软雅黑" panose="020B0503020204020204" pitchFamily="34" charset="-122"/>
              </a:rPr>
              <a:t> </a:t>
            </a:r>
            <a:endParaRPr lang="zh-CN" altLang="en-US" sz="2400" dirty="0">
              <a:solidFill>
                <a:srgbClr val="FF0000"/>
              </a:solidFill>
              <a:latin typeface="微软雅黑" panose="020B0503020204020204" pitchFamily="34" charset="-122"/>
              <a:ea typeface="微软雅黑" panose="020B0503020204020204" pitchFamily="34" charset="-122"/>
            </a:endParaRPr>
          </a:p>
        </p:txBody>
      </p:sp>
      <p:sp>
        <p:nvSpPr>
          <p:cNvPr id="7" name="左大括号 6">
            <a:extLst>
              <a:ext uri="{FF2B5EF4-FFF2-40B4-BE49-F238E27FC236}">
                <a16:creationId xmlns:a16="http://schemas.microsoft.com/office/drawing/2014/main" id="{6F25211F-68BB-40B0-AD55-AF86B9CBA16F}"/>
              </a:ext>
            </a:extLst>
          </p:cNvPr>
          <p:cNvSpPr/>
          <p:nvPr/>
        </p:nvSpPr>
        <p:spPr>
          <a:xfrm>
            <a:off x="2653146" y="3311236"/>
            <a:ext cx="69272" cy="1070424"/>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6B50C1A1-9F5E-4E80-B92C-3F223849BE10}"/>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606699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1005727" y="1182094"/>
            <a:ext cx="9267418" cy="4677691"/>
          </a:xfrm>
          <a:prstGeom prst="rect">
            <a:avLst/>
          </a:prstGeom>
          <a:noFill/>
        </p:spPr>
        <p:txBody>
          <a:bodyPr wrap="square" rtlCol="0">
            <a:spAutoFit/>
          </a:bodyPr>
          <a:lstStyle/>
          <a:p>
            <a:pPr>
              <a:lnSpc>
                <a:spcPct val="200000"/>
              </a:lnSpc>
            </a:pP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如果昨晚没熬夜的话，他今天就不会睡过头了。</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If </a:t>
            </a:r>
            <a:r>
              <a:rPr lang="zh-CN" altLang="en-US" sz="2400" dirty="0">
                <a:latin typeface="微软雅黑" panose="020B0503020204020204" pitchFamily="34" charset="-122"/>
                <a:ea typeface="微软雅黑" panose="020B0503020204020204" pitchFamily="34" charset="-122"/>
              </a:rPr>
              <a:t>条件句</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zh-CN" altLang="en-US" sz="2400" dirty="0">
                <a:latin typeface="微软雅黑" panose="020B0503020204020204" pitchFamily="34" charset="-122"/>
                <a:ea typeface="微软雅黑" panose="020B0503020204020204" pitchFamily="34" charset="-122"/>
              </a:rPr>
              <a:t>虚拟：</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zh-CN" altLang="en-US" sz="2000" dirty="0">
                <a:latin typeface="微软雅黑" panose="020B0503020204020204" pitchFamily="34" charset="-122"/>
                <a:ea typeface="微软雅黑" panose="020B0503020204020204" pitchFamily="34" charset="-122"/>
              </a:rPr>
              <a:t>与现在事实相反：</a:t>
            </a:r>
            <a:r>
              <a:rPr lang="en-US" altLang="zh-CN" sz="2000" dirty="0">
                <a:latin typeface="微软雅黑" panose="020B0503020204020204" pitchFamily="34" charset="-122"/>
                <a:ea typeface="微软雅黑" panose="020B0503020204020204" pitchFamily="34" charset="-122"/>
              </a:rPr>
              <a:t>if +</a:t>
            </a:r>
            <a:r>
              <a:rPr lang="zh-CN" altLang="en-US" sz="2000" dirty="0">
                <a:latin typeface="微软雅黑" panose="020B0503020204020204" pitchFamily="34" charset="-122"/>
                <a:ea typeface="微软雅黑" panose="020B0503020204020204" pitchFamily="34" charset="-122"/>
              </a:rPr>
              <a:t>过去式，</a:t>
            </a:r>
            <a:r>
              <a:rPr lang="en-US" altLang="zh-CN" sz="2000" dirty="0">
                <a:latin typeface="微软雅黑" panose="020B0503020204020204" pitchFamily="34" charset="-122"/>
                <a:ea typeface="微软雅黑" panose="020B0503020204020204" pitchFamily="34" charset="-122"/>
              </a:rPr>
              <a:t>would/should/could/might +</a:t>
            </a:r>
            <a:r>
              <a:rPr lang="zh-CN" altLang="en-US" sz="2000" dirty="0">
                <a:latin typeface="微软雅黑" panose="020B0503020204020204" pitchFamily="34" charset="-122"/>
                <a:ea typeface="微软雅黑" panose="020B0503020204020204" pitchFamily="34" charset="-122"/>
              </a:rPr>
              <a:t>动词原形</a:t>
            </a:r>
            <a:endParaRPr lang="en-US" altLang="zh-CN" sz="2000" dirty="0">
              <a:latin typeface="微软雅黑" panose="020B0503020204020204" pitchFamily="34" charset="-122"/>
              <a:ea typeface="微软雅黑" panose="020B0503020204020204" pitchFamily="34" charset="-122"/>
            </a:endParaRPr>
          </a:p>
          <a:p>
            <a:pPr>
              <a:lnSpc>
                <a:spcPct val="200000"/>
              </a:lnSpc>
            </a:pPr>
            <a:r>
              <a:rPr lang="en-US" altLang="zh-CN" sz="2000" dirty="0">
                <a:latin typeface="微软雅黑" panose="020B0503020204020204" pitchFamily="34" charset="-122"/>
                <a:ea typeface="微软雅黑" panose="020B0503020204020204" pitchFamily="34" charset="-122"/>
              </a:rPr>
              <a:t>If I knew his number, I would tell you. </a:t>
            </a:r>
          </a:p>
          <a:p>
            <a:pPr>
              <a:lnSpc>
                <a:spcPct val="200000"/>
              </a:lnSpc>
            </a:pPr>
            <a:r>
              <a:rPr lang="zh-CN" altLang="en-US" sz="2000" dirty="0">
                <a:latin typeface="微软雅黑" panose="020B0503020204020204" pitchFamily="34" charset="-122"/>
                <a:ea typeface="微软雅黑" panose="020B0503020204020204" pitchFamily="34" charset="-122"/>
              </a:rPr>
              <a:t>与过去事实相反：</a:t>
            </a:r>
            <a:r>
              <a:rPr lang="en-US" altLang="zh-CN" sz="2000" dirty="0">
                <a:latin typeface="微软雅黑" panose="020B0503020204020204" pitchFamily="34" charset="-122"/>
                <a:ea typeface="微软雅黑" panose="020B0503020204020204" pitchFamily="34" charset="-122"/>
              </a:rPr>
              <a:t>if +had done</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would/should/could/might + have done</a:t>
            </a:r>
          </a:p>
          <a:p>
            <a:pPr>
              <a:lnSpc>
                <a:spcPct val="200000"/>
              </a:lnSpc>
            </a:pPr>
            <a:r>
              <a:rPr lang="en-US" altLang="zh-CN" sz="2000" dirty="0">
                <a:latin typeface="微软雅黑" panose="020B0503020204020204" pitchFamily="34" charset="-122"/>
                <a:ea typeface="微软雅黑" panose="020B0503020204020204" pitchFamily="34" charset="-122"/>
              </a:rPr>
              <a:t>If I had got there earlier</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I could have met her.</a:t>
            </a:r>
            <a:endParaRPr lang="zh-CN" altLang="en-US" sz="20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3B46E23F-F8A2-4015-A60D-6468A0FF5C6B}"/>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602149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472440" y="1182094"/>
            <a:ext cx="11292839" cy="4412875"/>
          </a:xfrm>
          <a:prstGeom prst="rect">
            <a:avLst/>
          </a:prstGeom>
          <a:noFill/>
        </p:spPr>
        <p:txBody>
          <a:bodyPr wrap="square" rtlCol="0">
            <a:spAutoFit/>
          </a:bodyPr>
          <a:lstStyle/>
          <a:p>
            <a:pPr>
              <a:lnSpc>
                <a:spcPct val="200000"/>
              </a:lnSpc>
            </a:pP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如果昨晚没熬夜的话，他今天就不会睡过头了。</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If     last night   not stay up </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he today not oversleep</a:t>
            </a:r>
          </a:p>
          <a:p>
            <a:pPr>
              <a:lnSpc>
                <a:spcPct val="200000"/>
              </a:lnSpc>
            </a:pPr>
            <a:r>
              <a:rPr lang="en-US" altLang="zh-CN" sz="2400" dirty="0">
                <a:latin typeface="微软雅黑" panose="020B0503020204020204" pitchFamily="34" charset="-122"/>
                <a:ea typeface="微软雅黑" panose="020B0503020204020204" pitchFamily="34" charset="-122"/>
              </a:rPr>
              <a:t>If he did not stay up last night</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he will not oversleep.</a:t>
            </a:r>
          </a:p>
          <a:p>
            <a:pPr>
              <a:lnSpc>
                <a:spcPct val="200000"/>
              </a:lnSpc>
            </a:pPr>
            <a:r>
              <a:rPr lang="en-US" altLang="zh-CN" sz="2400" dirty="0">
                <a:solidFill>
                  <a:srgbClr val="FF0000"/>
                </a:solidFill>
                <a:latin typeface="微软雅黑" panose="020B0503020204020204" pitchFamily="34" charset="-122"/>
                <a:ea typeface="微软雅黑" panose="020B0503020204020204" pitchFamily="34" charset="-122"/>
              </a:rPr>
              <a:t>If he had not stayed up last night, he would not have overslept this morning.</a:t>
            </a:r>
          </a:p>
          <a:p>
            <a:pPr>
              <a:lnSpc>
                <a:spcPct val="200000"/>
              </a:lnSpc>
            </a:pPr>
            <a:endParaRPr lang="en-US" altLang="zh-CN" sz="2400" dirty="0">
              <a:solidFill>
                <a:srgbClr val="FF0000"/>
              </a:solidFill>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 </a:t>
            </a:r>
            <a:endParaRPr lang="zh-CN" altLang="en-US" sz="24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2AB1181F-F406-4185-8629-A5153B562B75}"/>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216028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1005727" y="1182094"/>
            <a:ext cx="9267418" cy="719556"/>
          </a:xfrm>
          <a:prstGeom prst="rect">
            <a:avLst/>
          </a:prstGeom>
          <a:noFill/>
        </p:spPr>
        <p:txBody>
          <a:bodyPr wrap="square" rtlCol="0">
            <a:spAutoFit/>
          </a:bodyPr>
          <a:lstStyle/>
          <a:p>
            <a:pPr>
              <a:lnSpc>
                <a:spcPct val="200000"/>
              </a:lnSpc>
            </a:pP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2. </a:t>
            </a:r>
            <a:r>
              <a:rPr lang="zh-CN" altLang="en-US" sz="2400" dirty="0">
                <a:latin typeface="微软雅黑" panose="020B0503020204020204" pitchFamily="34" charset="-122"/>
                <a:ea typeface="微软雅黑" panose="020B0503020204020204" pitchFamily="34" charset="-122"/>
              </a:rPr>
              <a:t>每当听到那首歌时，我都会回想起童年的经历。</a:t>
            </a:r>
          </a:p>
        </p:txBody>
      </p:sp>
      <p:sp>
        <p:nvSpPr>
          <p:cNvPr id="5" name="矩形 4">
            <a:extLst>
              <a:ext uri="{FF2B5EF4-FFF2-40B4-BE49-F238E27FC236}">
                <a16:creationId xmlns:a16="http://schemas.microsoft.com/office/drawing/2014/main" id="{57CCDC66-4B44-4441-8FEB-D8048FAFCB44}"/>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215911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701040" y="1182094"/>
            <a:ext cx="11231880" cy="1458220"/>
          </a:xfrm>
          <a:prstGeom prst="rect">
            <a:avLst/>
          </a:prstGeom>
          <a:noFill/>
        </p:spPr>
        <p:txBody>
          <a:bodyPr wrap="square" rtlCol="0">
            <a:spAutoFit/>
          </a:bodyPr>
          <a:lstStyle/>
          <a:p>
            <a:pPr>
              <a:lnSpc>
                <a:spcPct val="200000"/>
              </a:lnSpc>
            </a:pP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2. </a:t>
            </a:r>
            <a:r>
              <a:rPr lang="zh-CN" altLang="en-US" sz="2400" dirty="0">
                <a:latin typeface="微软雅黑" panose="020B0503020204020204" pitchFamily="34" charset="-122"/>
                <a:ea typeface="微软雅黑" panose="020B0503020204020204" pitchFamily="34" charset="-122"/>
              </a:rPr>
              <a:t>每当听到那首歌时，我都会回想起童年的经历。</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Every</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time</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hear   that  song, I  recall  childhood   experience</a:t>
            </a:r>
          </a:p>
        </p:txBody>
      </p:sp>
      <p:sp>
        <p:nvSpPr>
          <p:cNvPr id="5" name="矩形 4">
            <a:extLst>
              <a:ext uri="{FF2B5EF4-FFF2-40B4-BE49-F238E27FC236}">
                <a16:creationId xmlns:a16="http://schemas.microsoft.com/office/drawing/2014/main" id="{AE42E6A0-E5F9-4712-9622-186463496590}"/>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230263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701040" y="1182094"/>
            <a:ext cx="11231880" cy="2196883"/>
          </a:xfrm>
          <a:prstGeom prst="rect">
            <a:avLst/>
          </a:prstGeom>
          <a:noFill/>
        </p:spPr>
        <p:txBody>
          <a:bodyPr wrap="square" rtlCol="0">
            <a:spAutoFit/>
          </a:bodyPr>
          <a:lstStyle/>
          <a:p>
            <a:pPr>
              <a:lnSpc>
                <a:spcPct val="200000"/>
              </a:lnSpc>
            </a:pP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2. </a:t>
            </a:r>
            <a:r>
              <a:rPr lang="zh-CN" altLang="en-US" sz="2400" dirty="0">
                <a:latin typeface="微软雅黑" panose="020B0503020204020204" pitchFamily="34" charset="-122"/>
                <a:ea typeface="微软雅黑" panose="020B0503020204020204" pitchFamily="34" charset="-122"/>
              </a:rPr>
              <a:t>每当听到那首歌时，我都会回想起童年的经历。</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Every</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time</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hear   that  song, I  recall  childhood   experience</a:t>
            </a:r>
          </a:p>
          <a:p>
            <a:pPr>
              <a:lnSpc>
                <a:spcPct val="200000"/>
              </a:lnSpc>
            </a:pPr>
            <a:r>
              <a:rPr lang="en-US" altLang="zh-CN" sz="2400" dirty="0">
                <a:latin typeface="微软雅黑" panose="020B0503020204020204" pitchFamily="34" charset="-122"/>
                <a:ea typeface="微软雅黑" panose="020B0503020204020204" pitchFamily="34" charset="-122"/>
              </a:rPr>
              <a:t>Every time I hear that song, I recall the experiences of my childhood.</a:t>
            </a:r>
          </a:p>
        </p:txBody>
      </p:sp>
      <p:sp>
        <p:nvSpPr>
          <p:cNvPr id="5" name="矩形 4">
            <a:extLst>
              <a:ext uri="{FF2B5EF4-FFF2-40B4-BE49-F238E27FC236}">
                <a16:creationId xmlns:a16="http://schemas.microsoft.com/office/drawing/2014/main" id="{B94E24CE-F2C6-4E52-B678-1DAF8138BA1B}"/>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111490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701040" y="1182094"/>
            <a:ext cx="11231880" cy="2935547"/>
          </a:xfrm>
          <a:prstGeom prst="rect">
            <a:avLst/>
          </a:prstGeom>
          <a:noFill/>
        </p:spPr>
        <p:txBody>
          <a:bodyPr wrap="square" rtlCol="0">
            <a:spAutoFit/>
          </a:bodyPr>
          <a:lstStyle/>
          <a:p>
            <a:pPr>
              <a:lnSpc>
                <a:spcPct val="200000"/>
              </a:lnSpc>
            </a:pP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2. </a:t>
            </a:r>
            <a:r>
              <a:rPr lang="zh-CN" altLang="en-US" sz="2400" dirty="0">
                <a:latin typeface="微软雅黑" panose="020B0503020204020204" pitchFamily="34" charset="-122"/>
                <a:ea typeface="微软雅黑" panose="020B0503020204020204" pitchFamily="34" charset="-122"/>
              </a:rPr>
              <a:t>每当听到那首歌时，我都会回想起童年的经历。</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Every</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time</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hear   that  song, I  recall  childhood   experience</a:t>
            </a:r>
          </a:p>
          <a:p>
            <a:pPr>
              <a:lnSpc>
                <a:spcPct val="200000"/>
              </a:lnSpc>
            </a:pPr>
            <a:r>
              <a:rPr lang="en-US" altLang="zh-CN" sz="2400" dirty="0">
                <a:latin typeface="微软雅黑" panose="020B0503020204020204" pitchFamily="34" charset="-122"/>
                <a:ea typeface="微软雅黑" panose="020B0503020204020204" pitchFamily="34" charset="-122"/>
              </a:rPr>
              <a:t>Every time I hear that song, I recall the experiences of my childhood.</a:t>
            </a:r>
          </a:p>
          <a:p>
            <a:pPr>
              <a:lnSpc>
                <a:spcPct val="200000"/>
              </a:lnSpc>
            </a:pPr>
            <a:r>
              <a:rPr lang="en-US" altLang="zh-CN" sz="2400" dirty="0">
                <a:solidFill>
                  <a:srgbClr val="FF0000"/>
                </a:solidFill>
                <a:latin typeface="微软雅黑" panose="020B0503020204020204" pitchFamily="34" charset="-122"/>
                <a:ea typeface="微软雅黑" panose="020B0503020204020204" pitchFamily="34" charset="-122"/>
              </a:rPr>
              <a:t>Every time I hear that song, I will recall the experiences of my childhood.</a:t>
            </a:r>
          </a:p>
        </p:txBody>
      </p:sp>
      <p:sp>
        <p:nvSpPr>
          <p:cNvPr id="5" name="矩形 4">
            <a:extLst>
              <a:ext uri="{FF2B5EF4-FFF2-40B4-BE49-F238E27FC236}">
                <a16:creationId xmlns:a16="http://schemas.microsoft.com/office/drawing/2014/main" id="{F636AA08-585F-4873-9874-1585B7C26258}"/>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146817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701040" y="1182094"/>
            <a:ext cx="11231880" cy="3674211"/>
          </a:xfrm>
          <a:prstGeom prst="rect">
            <a:avLst/>
          </a:prstGeom>
          <a:noFill/>
        </p:spPr>
        <p:txBody>
          <a:bodyPr wrap="square" rtlCol="0">
            <a:spAutoFit/>
          </a:bodyPr>
          <a:lstStyle/>
          <a:p>
            <a:pPr>
              <a:lnSpc>
                <a:spcPct val="200000"/>
              </a:lnSpc>
            </a:pP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2. </a:t>
            </a:r>
            <a:r>
              <a:rPr lang="zh-CN" altLang="en-US" sz="2400" dirty="0">
                <a:latin typeface="微软雅黑" panose="020B0503020204020204" pitchFamily="34" charset="-122"/>
                <a:ea typeface="微软雅黑" panose="020B0503020204020204" pitchFamily="34" charset="-122"/>
              </a:rPr>
              <a:t>每当听到那首歌时，我都会回想起童年的经历。</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Every</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time</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hear   that  song, I  recall  childhood   experience</a:t>
            </a:r>
          </a:p>
          <a:p>
            <a:pPr>
              <a:lnSpc>
                <a:spcPct val="200000"/>
              </a:lnSpc>
            </a:pPr>
            <a:r>
              <a:rPr lang="en-US" altLang="zh-CN" sz="2400" dirty="0">
                <a:latin typeface="微软雅黑" panose="020B0503020204020204" pitchFamily="34" charset="-122"/>
                <a:ea typeface="微软雅黑" panose="020B0503020204020204" pitchFamily="34" charset="-122"/>
              </a:rPr>
              <a:t>Every time I hear that song, I recall the experiences of my childhood.</a:t>
            </a:r>
          </a:p>
          <a:p>
            <a:pPr>
              <a:lnSpc>
                <a:spcPct val="200000"/>
              </a:lnSpc>
            </a:pPr>
            <a:r>
              <a:rPr lang="en-US" altLang="zh-CN" sz="2400" dirty="0">
                <a:solidFill>
                  <a:srgbClr val="FF0000"/>
                </a:solidFill>
                <a:latin typeface="微软雅黑" panose="020B0503020204020204" pitchFamily="34" charset="-122"/>
                <a:ea typeface="微软雅黑" panose="020B0503020204020204" pitchFamily="34" charset="-122"/>
              </a:rPr>
              <a:t>Every time I hear that song, I will recall the experiences of my childhood.</a:t>
            </a:r>
          </a:p>
          <a:p>
            <a:pPr>
              <a:lnSpc>
                <a:spcPct val="200000"/>
              </a:lnSpc>
            </a:pPr>
            <a:r>
              <a:rPr lang="en-US" altLang="zh-CN" sz="2400" dirty="0">
                <a:solidFill>
                  <a:srgbClr val="FF0000"/>
                </a:solidFill>
                <a:latin typeface="微软雅黑" panose="020B0503020204020204" pitchFamily="34" charset="-122"/>
                <a:ea typeface="微软雅黑" panose="020B0503020204020204" pitchFamily="34" charset="-122"/>
              </a:rPr>
              <a:t>Every time hearing that song, I will recall the experiences of my childhood.</a:t>
            </a:r>
          </a:p>
        </p:txBody>
      </p:sp>
      <p:sp>
        <p:nvSpPr>
          <p:cNvPr id="5" name="矩形 4">
            <a:extLst>
              <a:ext uri="{FF2B5EF4-FFF2-40B4-BE49-F238E27FC236}">
                <a16:creationId xmlns:a16="http://schemas.microsoft.com/office/drawing/2014/main" id="{0043EC92-7DEE-4DE7-BEDD-D9476319CFED}"/>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641377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419100" y="1182094"/>
            <a:ext cx="11658599" cy="1458220"/>
          </a:xfrm>
          <a:prstGeom prst="rect">
            <a:avLst/>
          </a:prstGeom>
          <a:noFill/>
        </p:spPr>
        <p:txBody>
          <a:bodyPr wrap="square" rtlCol="0">
            <a:spAutoFit/>
          </a:bodyPr>
          <a:lstStyle/>
          <a:p>
            <a:pPr>
              <a:lnSpc>
                <a:spcPct val="200000"/>
              </a:lnSpc>
            </a:pP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3. </a:t>
            </a:r>
            <a:r>
              <a:rPr lang="zh-CN" altLang="en-US" sz="2400" dirty="0">
                <a:latin typeface="微软雅黑" panose="020B0503020204020204" pitchFamily="34" charset="-122"/>
                <a:ea typeface="微软雅黑" panose="020B0503020204020204" pitchFamily="34" charset="-122"/>
              </a:rPr>
              <a:t>但十几亿年来，人们一直是根据味道来进食的。（</a:t>
            </a:r>
            <a:r>
              <a:rPr lang="en-US" altLang="zh-CN" sz="2400" dirty="0">
                <a:latin typeface="微软雅黑" panose="020B0503020204020204" pitchFamily="34" charset="-122"/>
                <a:ea typeface="微软雅黑" panose="020B0503020204020204" pitchFamily="34" charset="-122"/>
              </a:rPr>
              <a:t>1710</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200000"/>
              </a:lnSpc>
            </a:pPr>
            <a:endParaRPr lang="en-US" altLang="zh-CN" sz="2400" dirty="0">
              <a:solidFill>
                <a:srgbClr val="FF0000"/>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FCF4B733-801E-415A-92BC-8AE8C6317923}"/>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052876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419100" y="1182094"/>
            <a:ext cx="11658599" cy="2196883"/>
          </a:xfrm>
          <a:prstGeom prst="rect">
            <a:avLst/>
          </a:prstGeom>
          <a:noFill/>
        </p:spPr>
        <p:txBody>
          <a:bodyPr wrap="square" rtlCol="0">
            <a:spAutoFit/>
          </a:bodyPr>
          <a:lstStyle/>
          <a:p>
            <a:pPr>
              <a:lnSpc>
                <a:spcPct val="200000"/>
              </a:lnSpc>
            </a:pP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3. </a:t>
            </a:r>
            <a:r>
              <a:rPr lang="zh-CN" altLang="en-US" sz="2400" dirty="0">
                <a:latin typeface="微软雅黑" panose="020B0503020204020204" pitchFamily="34" charset="-122"/>
                <a:ea typeface="微软雅黑" panose="020B0503020204020204" pitchFamily="34" charset="-122"/>
              </a:rPr>
              <a:t>但十几亿年来，人们一直是根据味道来进食的。（</a:t>
            </a:r>
            <a:r>
              <a:rPr lang="en-US" altLang="zh-CN" sz="2400" dirty="0">
                <a:latin typeface="微软雅黑" panose="020B0503020204020204" pitchFamily="34" charset="-122"/>
                <a:ea typeface="微软雅黑" panose="020B0503020204020204" pitchFamily="34" charset="-122"/>
              </a:rPr>
              <a:t>1710</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But   a billion years</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people    all the time    according to      flavor   eat</a:t>
            </a:r>
          </a:p>
          <a:p>
            <a:pPr>
              <a:lnSpc>
                <a:spcPct val="200000"/>
              </a:lnSpc>
            </a:pPr>
            <a:endParaRPr lang="en-US" altLang="zh-CN" sz="2400" dirty="0">
              <a:solidFill>
                <a:srgbClr val="FF0000"/>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46FD98E7-2595-4764-AF1B-AFC7B3AFA328}"/>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691492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419100" y="1182094"/>
            <a:ext cx="11658599" cy="2935547"/>
          </a:xfrm>
          <a:prstGeom prst="rect">
            <a:avLst/>
          </a:prstGeom>
          <a:noFill/>
        </p:spPr>
        <p:txBody>
          <a:bodyPr wrap="square" rtlCol="0">
            <a:spAutoFit/>
          </a:bodyPr>
          <a:lstStyle/>
          <a:p>
            <a:pPr>
              <a:lnSpc>
                <a:spcPct val="200000"/>
              </a:lnSpc>
            </a:pP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3. </a:t>
            </a:r>
            <a:r>
              <a:rPr lang="zh-CN" altLang="en-US" sz="2400" dirty="0">
                <a:latin typeface="微软雅黑" panose="020B0503020204020204" pitchFamily="34" charset="-122"/>
                <a:ea typeface="微软雅黑" panose="020B0503020204020204" pitchFamily="34" charset="-122"/>
              </a:rPr>
              <a:t>但十几亿年来，人们一直是根据味道来进食的。（</a:t>
            </a:r>
            <a:r>
              <a:rPr lang="en-US" altLang="zh-CN" sz="2400" dirty="0">
                <a:latin typeface="微软雅黑" panose="020B0503020204020204" pitchFamily="34" charset="-122"/>
                <a:ea typeface="微软雅黑" panose="020B0503020204020204" pitchFamily="34" charset="-122"/>
              </a:rPr>
              <a:t>1710</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But   a billion years</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people    all the time    according to      flavor   eat</a:t>
            </a:r>
          </a:p>
          <a:p>
            <a:pPr>
              <a:lnSpc>
                <a:spcPct val="200000"/>
              </a:lnSpc>
            </a:pPr>
            <a:r>
              <a:rPr lang="en-US" altLang="zh-CN" sz="2400" dirty="0">
                <a:latin typeface="微软雅黑" panose="020B0503020204020204" pitchFamily="34" charset="-122"/>
                <a:ea typeface="微软雅黑" panose="020B0503020204020204" pitchFamily="34" charset="-122"/>
              </a:rPr>
              <a:t>But since a billion years</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people eat food according to the flavor all the time.</a:t>
            </a:r>
          </a:p>
          <a:p>
            <a:pPr>
              <a:lnSpc>
                <a:spcPct val="200000"/>
              </a:lnSpc>
            </a:pPr>
            <a:endParaRPr lang="en-US" altLang="zh-CN" sz="2400" dirty="0">
              <a:solidFill>
                <a:srgbClr val="FF0000"/>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0F79835E-4AC7-4FA8-AB0B-F39EBA5925A7}"/>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3235129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419100" y="1182094"/>
            <a:ext cx="11658599" cy="4412875"/>
          </a:xfrm>
          <a:prstGeom prst="rect">
            <a:avLst/>
          </a:prstGeom>
          <a:noFill/>
        </p:spPr>
        <p:txBody>
          <a:bodyPr wrap="square" rtlCol="0">
            <a:spAutoFit/>
          </a:bodyPr>
          <a:lstStyle/>
          <a:p>
            <a:pPr>
              <a:lnSpc>
                <a:spcPct val="200000"/>
              </a:lnSpc>
            </a:pP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3. </a:t>
            </a:r>
            <a:r>
              <a:rPr lang="zh-CN" altLang="en-US" sz="2400" dirty="0">
                <a:latin typeface="微软雅黑" panose="020B0503020204020204" pitchFamily="34" charset="-122"/>
                <a:ea typeface="微软雅黑" panose="020B0503020204020204" pitchFamily="34" charset="-122"/>
              </a:rPr>
              <a:t>但十几亿年来，人们一直是根据味道来进食的。（</a:t>
            </a:r>
            <a:r>
              <a:rPr lang="en-US" altLang="zh-CN" sz="2400" dirty="0">
                <a:latin typeface="微软雅黑" panose="020B0503020204020204" pitchFamily="34" charset="-122"/>
                <a:ea typeface="微软雅黑" panose="020B0503020204020204" pitchFamily="34" charset="-122"/>
              </a:rPr>
              <a:t>1710</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But   a billion years</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people    all the time    according to      flavor   eat</a:t>
            </a:r>
          </a:p>
          <a:p>
            <a:pPr>
              <a:lnSpc>
                <a:spcPct val="200000"/>
              </a:lnSpc>
            </a:pPr>
            <a:r>
              <a:rPr lang="en-US" altLang="zh-CN" sz="2400" dirty="0">
                <a:latin typeface="微软雅黑" panose="020B0503020204020204" pitchFamily="34" charset="-122"/>
                <a:ea typeface="微软雅黑" panose="020B0503020204020204" pitchFamily="34" charset="-122"/>
              </a:rPr>
              <a:t>But since a billion years</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people eat food according to the flavor all the time.</a:t>
            </a:r>
          </a:p>
          <a:p>
            <a:pPr>
              <a:lnSpc>
                <a:spcPct val="200000"/>
              </a:lnSpc>
            </a:pPr>
            <a:r>
              <a:rPr lang="en-US" altLang="zh-CN" sz="2400" dirty="0">
                <a:solidFill>
                  <a:srgbClr val="FF0000"/>
                </a:solidFill>
                <a:latin typeface="微软雅黑" panose="020B0503020204020204" pitchFamily="34" charset="-122"/>
                <a:ea typeface="微软雅黑" panose="020B0503020204020204" pitchFamily="34" charset="-122"/>
              </a:rPr>
              <a:t>But people</a:t>
            </a:r>
            <a:r>
              <a:rPr lang="zh-CN" altLang="en-US" sz="2400" dirty="0">
                <a:solidFill>
                  <a:srgbClr val="FF0000"/>
                </a:solidFill>
                <a:latin typeface="微软雅黑" panose="020B0503020204020204" pitchFamily="34" charset="-122"/>
                <a:ea typeface="微软雅黑" panose="020B0503020204020204" pitchFamily="34" charset="-122"/>
              </a:rPr>
              <a:t> </a:t>
            </a:r>
            <a:r>
              <a:rPr lang="en-US" altLang="zh-CN" sz="2400" dirty="0">
                <a:solidFill>
                  <a:srgbClr val="FF0000"/>
                </a:solidFill>
                <a:latin typeface="微软雅黑" panose="020B0503020204020204" pitchFamily="34" charset="-122"/>
                <a:ea typeface="微软雅黑" panose="020B0503020204020204" pitchFamily="34" charset="-122"/>
              </a:rPr>
              <a:t>have</a:t>
            </a:r>
            <a:r>
              <a:rPr lang="zh-CN" altLang="en-US" sz="2400" dirty="0">
                <a:solidFill>
                  <a:srgbClr val="FF0000"/>
                </a:solidFill>
                <a:latin typeface="微软雅黑" panose="020B0503020204020204" pitchFamily="34" charset="-122"/>
                <a:ea typeface="微软雅黑" panose="020B0503020204020204" pitchFamily="34" charset="-122"/>
              </a:rPr>
              <a:t> </a:t>
            </a:r>
            <a:r>
              <a:rPr lang="en-US" altLang="zh-CN" sz="2400" dirty="0">
                <a:solidFill>
                  <a:srgbClr val="FF0000"/>
                </a:solidFill>
                <a:latin typeface="微软雅黑" panose="020B0503020204020204" pitchFamily="34" charset="-122"/>
                <a:ea typeface="微软雅黑" panose="020B0503020204020204" pitchFamily="34" charset="-122"/>
              </a:rPr>
              <a:t>been</a:t>
            </a:r>
            <a:r>
              <a:rPr lang="zh-CN" altLang="en-US" sz="2400" dirty="0">
                <a:solidFill>
                  <a:srgbClr val="FF0000"/>
                </a:solidFill>
                <a:latin typeface="微软雅黑" panose="020B0503020204020204" pitchFamily="34" charset="-122"/>
                <a:ea typeface="微软雅黑" panose="020B0503020204020204" pitchFamily="34" charset="-122"/>
              </a:rPr>
              <a:t> </a:t>
            </a:r>
            <a:r>
              <a:rPr lang="en-US" altLang="zh-CN" sz="2400" dirty="0">
                <a:solidFill>
                  <a:srgbClr val="FF0000"/>
                </a:solidFill>
                <a:latin typeface="微软雅黑" panose="020B0503020204020204" pitchFamily="34" charset="-122"/>
                <a:ea typeface="微软雅黑" panose="020B0503020204020204" pitchFamily="34" charset="-122"/>
              </a:rPr>
              <a:t>eating</a:t>
            </a:r>
            <a:r>
              <a:rPr lang="zh-CN" altLang="en-US" sz="2400" dirty="0">
                <a:solidFill>
                  <a:srgbClr val="FF0000"/>
                </a:solidFill>
                <a:latin typeface="微软雅黑" panose="020B0503020204020204" pitchFamily="34" charset="-122"/>
                <a:ea typeface="微软雅黑" panose="020B0503020204020204" pitchFamily="34" charset="-122"/>
              </a:rPr>
              <a:t> </a:t>
            </a:r>
            <a:r>
              <a:rPr lang="en-US" altLang="zh-CN" sz="2400" dirty="0">
                <a:solidFill>
                  <a:srgbClr val="FF0000"/>
                </a:solidFill>
                <a:latin typeface="微软雅黑" panose="020B0503020204020204" pitchFamily="34" charset="-122"/>
                <a:ea typeface="微软雅黑" panose="020B0503020204020204" pitchFamily="34" charset="-122"/>
              </a:rPr>
              <a:t>food</a:t>
            </a:r>
            <a:r>
              <a:rPr lang="zh-CN" altLang="en-US" sz="2400" dirty="0">
                <a:solidFill>
                  <a:srgbClr val="FF0000"/>
                </a:solidFill>
                <a:latin typeface="微软雅黑" panose="020B0503020204020204" pitchFamily="34" charset="-122"/>
                <a:ea typeface="微软雅黑" panose="020B0503020204020204" pitchFamily="34" charset="-122"/>
              </a:rPr>
              <a:t> </a:t>
            </a:r>
            <a:r>
              <a:rPr lang="en-US" altLang="zh-CN" sz="2400" dirty="0">
                <a:solidFill>
                  <a:srgbClr val="FF0000"/>
                </a:solidFill>
                <a:latin typeface="微软雅黑" panose="020B0503020204020204" pitchFamily="34" charset="-122"/>
                <a:ea typeface="微软雅黑" panose="020B0503020204020204" pitchFamily="34" charset="-122"/>
              </a:rPr>
              <a:t>according to the flavor all the time since a billion years ago.</a:t>
            </a:r>
          </a:p>
          <a:p>
            <a:pPr>
              <a:lnSpc>
                <a:spcPct val="200000"/>
              </a:lnSpc>
            </a:pPr>
            <a:endParaRPr lang="en-US" altLang="zh-CN" sz="2400" dirty="0">
              <a:solidFill>
                <a:srgbClr val="FF0000"/>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E0797555-09F0-4F51-86A5-D6F1C1E63CB4}"/>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957590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419100" y="1182094"/>
            <a:ext cx="11658599" cy="5151538"/>
          </a:xfrm>
          <a:prstGeom prst="rect">
            <a:avLst/>
          </a:prstGeom>
          <a:noFill/>
        </p:spPr>
        <p:txBody>
          <a:bodyPr wrap="square" rtlCol="0">
            <a:spAutoFit/>
          </a:bodyPr>
          <a:lstStyle/>
          <a:p>
            <a:pPr>
              <a:lnSpc>
                <a:spcPct val="200000"/>
              </a:lnSpc>
            </a:pP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3. </a:t>
            </a:r>
            <a:r>
              <a:rPr lang="zh-CN" altLang="en-US" sz="2400" dirty="0">
                <a:latin typeface="微软雅黑" panose="020B0503020204020204" pitchFamily="34" charset="-122"/>
                <a:ea typeface="微软雅黑" panose="020B0503020204020204" pitchFamily="34" charset="-122"/>
              </a:rPr>
              <a:t>但十几亿年来，人们一直是根据味道来进食的。（</a:t>
            </a:r>
            <a:r>
              <a:rPr lang="en-US" altLang="zh-CN" sz="2400" dirty="0">
                <a:latin typeface="微软雅黑" panose="020B0503020204020204" pitchFamily="34" charset="-122"/>
                <a:ea typeface="微软雅黑" panose="020B0503020204020204" pitchFamily="34" charset="-122"/>
              </a:rPr>
              <a:t>1710</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But   a billion years</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people    all the time    according to      flavor   eat</a:t>
            </a:r>
          </a:p>
          <a:p>
            <a:pPr>
              <a:lnSpc>
                <a:spcPct val="200000"/>
              </a:lnSpc>
            </a:pPr>
            <a:r>
              <a:rPr lang="en-US" altLang="zh-CN" sz="2400" dirty="0">
                <a:latin typeface="微软雅黑" panose="020B0503020204020204" pitchFamily="34" charset="-122"/>
                <a:ea typeface="微软雅黑" panose="020B0503020204020204" pitchFamily="34" charset="-122"/>
              </a:rPr>
              <a:t>But since a billion years</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people eat food according to the flavor all the time.</a:t>
            </a:r>
          </a:p>
          <a:p>
            <a:pPr>
              <a:lnSpc>
                <a:spcPct val="200000"/>
              </a:lnSpc>
            </a:pPr>
            <a:r>
              <a:rPr lang="en-US" altLang="zh-CN" sz="2400" dirty="0">
                <a:solidFill>
                  <a:srgbClr val="FF0000"/>
                </a:solidFill>
                <a:latin typeface="微软雅黑" panose="020B0503020204020204" pitchFamily="34" charset="-122"/>
                <a:ea typeface="微软雅黑" panose="020B0503020204020204" pitchFamily="34" charset="-122"/>
              </a:rPr>
              <a:t>But people</a:t>
            </a:r>
            <a:r>
              <a:rPr lang="zh-CN" altLang="en-US" sz="2400" dirty="0">
                <a:solidFill>
                  <a:srgbClr val="FF0000"/>
                </a:solidFill>
                <a:latin typeface="微软雅黑" panose="020B0503020204020204" pitchFamily="34" charset="-122"/>
                <a:ea typeface="微软雅黑" panose="020B0503020204020204" pitchFamily="34" charset="-122"/>
              </a:rPr>
              <a:t> </a:t>
            </a:r>
            <a:r>
              <a:rPr lang="en-US" altLang="zh-CN" sz="2400" dirty="0">
                <a:solidFill>
                  <a:srgbClr val="FF0000"/>
                </a:solidFill>
                <a:latin typeface="微软雅黑" panose="020B0503020204020204" pitchFamily="34" charset="-122"/>
                <a:ea typeface="微软雅黑" panose="020B0503020204020204" pitchFamily="34" charset="-122"/>
              </a:rPr>
              <a:t>have</a:t>
            </a:r>
            <a:r>
              <a:rPr lang="zh-CN" altLang="en-US" sz="2400" dirty="0">
                <a:solidFill>
                  <a:srgbClr val="FF0000"/>
                </a:solidFill>
                <a:latin typeface="微软雅黑" panose="020B0503020204020204" pitchFamily="34" charset="-122"/>
                <a:ea typeface="微软雅黑" panose="020B0503020204020204" pitchFamily="34" charset="-122"/>
              </a:rPr>
              <a:t> </a:t>
            </a:r>
            <a:r>
              <a:rPr lang="en-US" altLang="zh-CN" sz="2400" dirty="0">
                <a:solidFill>
                  <a:srgbClr val="FF0000"/>
                </a:solidFill>
                <a:latin typeface="微软雅黑" panose="020B0503020204020204" pitchFamily="34" charset="-122"/>
                <a:ea typeface="微软雅黑" panose="020B0503020204020204" pitchFamily="34" charset="-122"/>
              </a:rPr>
              <a:t>been</a:t>
            </a:r>
            <a:r>
              <a:rPr lang="zh-CN" altLang="en-US" sz="2400" dirty="0">
                <a:solidFill>
                  <a:srgbClr val="FF0000"/>
                </a:solidFill>
                <a:latin typeface="微软雅黑" panose="020B0503020204020204" pitchFamily="34" charset="-122"/>
                <a:ea typeface="微软雅黑" panose="020B0503020204020204" pitchFamily="34" charset="-122"/>
              </a:rPr>
              <a:t> </a:t>
            </a:r>
            <a:r>
              <a:rPr lang="en-US" altLang="zh-CN" sz="2400" dirty="0">
                <a:solidFill>
                  <a:srgbClr val="FF0000"/>
                </a:solidFill>
                <a:latin typeface="微软雅黑" panose="020B0503020204020204" pitchFamily="34" charset="-122"/>
                <a:ea typeface="微软雅黑" panose="020B0503020204020204" pitchFamily="34" charset="-122"/>
              </a:rPr>
              <a:t>eating</a:t>
            </a:r>
            <a:r>
              <a:rPr lang="zh-CN" altLang="en-US" sz="2400" dirty="0">
                <a:solidFill>
                  <a:srgbClr val="FF0000"/>
                </a:solidFill>
                <a:latin typeface="微软雅黑" panose="020B0503020204020204" pitchFamily="34" charset="-122"/>
                <a:ea typeface="微软雅黑" panose="020B0503020204020204" pitchFamily="34" charset="-122"/>
              </a:rPr>
              <a:t> </a:t>
            </a:r>
            <a:r>
              <a:rPr lang="en-US" altLang="zh-CN" sz="2400" dirty="0">
                <a:solidFill>
                  <a:srgbClr val="FF0000"/>
                </a:solidFill>
                <a:latin typeface="微软雅黑" panose="020B0503020204020204" pitchFamily="34" charset="-122"/>
                <a:ea typeface="微软雅黑" panose="020B0503020204020204" pitchFamily="34" charset="-122"/>
              </a:rPr>
              <a:t>food</a:t>
            </a:r>
            <a:r>
              <a:rPr lang="zh-CN" altLang="en-US" sz="2400" dirty="0">
                <a:solidFill>
                  <a:srgbClr val="FF0000"/>
                </a:solidFill>
                <a:latin typeface="微软雅黑" panose="020B0503020204020204" pitchFamily="34" charset="-122"/>
                <a:ea typeface="微软雅黑" panose="020B0503020204020204" pitchFamily="34" charset="-122"/>
              </a:rPr>
              <a:t> </a:t>
            </a:r>
            <a:r>
              <a:rPr lang="en-US" altLang="zh-CN" sz="2400" dirty="0">
                <a:solidFill>
                  <a:srgbClr val="FF0000"/>
                </a:solidFill>
                <a:latin typeface="微软雅黑" panose="020B0503020204020204" pitchFamily="34" charset="-122"/>
                <a:ea typeface="微软雅黑" panose="020B0503020204020204" pitchFamily="34" charset="-122"/>
              </a:rPr>
              <a:t>according to the flavor all the time since a billion years ago.</a:t>
            </a:r>
          </a:p>
          <a:p>
            <a:pPr>
              <a:lnSpc>
                <a:spcPct val="200000"/>
              </a:lnSpc>
            </a:pPr>
            <a:r>
              <a:rPr lang="en-US" altLang="zh-CN" sz="2400" dirty="0">
                <a:solidFill>
                  <a:srgbClr val="FF0000"/>
                </a:solidFill>
                <a:latin typeface="微软雅黑" panose="020B0503020204020204" pitchFamily="34" charset="-122"/>
                <a:ea typeface="微软雅黑" panose="020B0503020204020204" pitchFamily="34" charset="-122"/>
              </a:rPr>
              <a:t>But people have been eating according to flavor for upwards of a billion years.</a:t>
            </a:r>
          </a:p>
          <a:p>
            <a:pPr>
              <a:lnSpc>
                <a:spcPct val="200000"/>
              </a:lnSpc>
            </a:pPr>
            <a:endParaRPr lang="en-US" altLang="zh-CN" sz="2400" dirty="0">
              <a:solidFill>
                <a:srgbClr val="FF0000"/>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EA313EE4-6F6D-45B5-9574-0CE11B4C741F}"/>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615506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595744" y="1197860"/>
            <a:ext cx="11596255" cy="2135328"/>
          </a:xfrm>
          <a:prstGeom prst="rect">
            <a:avLst/>
          </a:prstGeom>
          <a:noFill/>
        </p:spPr>
        <p:txBody>
          <a:bodyPr wrap="square" rtlCol="0">
            <a:spAutoFit/>
          </a:bodyPr>
          <a:lstStyle/>
          <a:p>
            <a:pPr>
              <a:lnSpc>
                <a:spcPct val="200000"/>
              </a:lnSpc>
            </a:pP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3. </a:t>
            </a:r>
            <a:r>
              <a:rPr lang="zh-CN" altLang="en-US" sz="2400" dirty="0">
                <a:latin typeface="微软雅黑" panose="020B0503020204020204" pitchFamily="34" charset="-122"/>
                <a:ea typeface="微软雅黑" panose="020B0503020204020204" pitchFamily="34" charset="-122"/>
              </a:rPr>
              <a:t>但十几亿年来，人们一直是根据味道来进食的。（</a:t>
            </a:r>
            <a:r>
              <a:rPr lang="en-US" altLang="zh-CN" sz="2400" dirty="0">
                <a:latin typeface="微软雅黑" panose="020B0503020204020204" pitchFamily="34" charset="-122"/>
                <a:ea typeface="微软雅黑" panose="020B0503020204020204" pitchFamily="34" charset="-122"/>
              </a:rPr>
              <a:t>1710</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200" dirty="0">
                <a:latin typeface="微软雅黑" panose="020B0503020204020204" pitchFamily="34" charset="-122"/>
                <a:ea typeface="微软雅黑" panose="020B0503020204020204" pitchFamily="34" charset="-122"/>
              </a:rPr>
              <a:t>But people have been eating according to flavor for upwards of a billion years.</a:t>
            </a:r>
          </a:p>
          <a:p>
            <a:pPr>
              <a:lnSpc>
                <a:spcPct val="200000"/>
              </a:lnSpc>
            </a:pPr>
            <a:endParaRPr lang="zh-CN" altLang="en-US" sz="24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13BA146F-DA05-4EA7-8906-472488BD151C}"/>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773703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1005727" y="1182094"/>
            <a:ext cx="9745400" cy="1458220"/>
          </a:xfrm>
          <a:prstGeom prst="rect">
            <a:avLst/>
          </a:prstGeom>
          <a:noFill/>
        </p:spPr>
        <p:txBody>
          <a:bodyPr wrap="square" rtlCol="0">
            <a:spAutoFit/>
          </a:bodyPr>
          <a:lstStyle/>
          <a:p>
            <a:pPr>
              <a:lnSpc>
                <a:spcPct val="200000"/>
              </a:lnSpc>
            </a:pP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4. </a:t>
            </a:r>
            <a:r>
              <a:rPr lang="zh-CN" altLang="en-US" sz="2400" dirty="0">
                <a:latin typeface="微软雅黑" panose="020B0503020204020204" pitchFamily="34" charset="-122"/>
                <a:ea typeface="微软雅黑" panose="020B0503020204020204" pitchFamily="34" charset="-122"/>
              </a:rPr>
              <a:t>我从小到大，早已经习惯了窗外只有草、天空和树木，习惯了周围几乎一片寂静，习惯了去追寻心之所向的一切（</a:t>
            </a:r>
            <a:r>
              <a:rPr lang="en-US" altLang="zh-CN" sz="2400" dirty="0">
                <a:latin typeface="微软雅黑" panose="020B0503020204020204" pitchFamily="34" charset="-122"/>
                <a:ea typeface="微软雅黑" panose="020B0503020204020204" pitchFamily="34" charset="-122"/>
              </a:rPr>
              <a:t>1810</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BC709C9B-0999-4098-9E20-F69BFEC7236D}"/>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298832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1005727" y="1182094"/>
            <a:ext cx="9745400" cy="2935547"/>
          </a:xfrm>
          <a:prstGeom prst="rect">
            <a:avLst/>
          </a:prstGeom>
          <a:noFill/>
        </p:spPr>
        <p:txBody>
          <a:bodyPr wrap="square" rtlCol="0">
            <a:spAutoFit/>
          </a:bodyPr>
          <a:lstStyle/>
          <a:p>
            <a:pPr>
              <a:lnSpc>
                <a:spcPct val="200000"/>
              </a:lnSpc>
            </a:pP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4. </a:t>
            </a:r>
            <a:r>
              <a:rPr lang="zh-CN" altLang="en-US" sz="2400" dirty="0">
                <a:latin typeface="微软雅黑" panose="020B0503020204020204" pitchFamily="34" charset="-122"/>
                <a:ea typeface="微软雅黑" panose="020B0503020204020204" pitchFamily="34" charset="-122"/>
              </a:rPr>
              <a:t>我从小到大，早已经习惯了窗外只有草、天空和树木，习惯了周围几乎一片寂静，习惯了去追寻心之所向的一切（</a:t>
            </a:r>
            <a:r>
              <a:rPr lang="en-US" altLang="zh-CN" sz="2400" dirty="0">
                <a:latin typeface="微软雅黑" panose="020B0503020204020204" pitchFamily="34" charset="-122"/>
                <a:ea typeface="微软雅黑" panose="020B0503020204020204" pitchFamily="34" charset="-122"/>
              </a:rPr>
              <a:t>1810</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Since I grew up,   been used to    windows    grass    sky    tree    be enclosed in     silence    chase after      what I want</a:t>
            </a:r>
          </a:p>
        </p:txBody>
      </p:sp>
      <p:sp>
        <p:nvSpPr>
          <p:cNvPr id="5" name="矩形 4">
            <a:extLst>
              <a:ext uri="{FF2B5EF4-FFF2-40B4-BE49-F238E27FC236}">
                <a16:creationId xmlns:a16="http://schemas.microsoft.com/office/drawing/2014/main" id="{D497A0F9-A0B8-4202-A134-77A12CF286F9}"/>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7954901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1005727" y="1182094"/>
            <a:ext cx="9745400" cy="5151538"/>
          </a:xfrm>
          <a:prstGeom prst="rect">
            <a:avLst/>
          </a:prstGeom>
          <a:noFill/>
        </p:spPr>
        <p:txBody>
          <a:bodyPr wrap="square" rtlCol="0">
            <a:spAutoFit/>
          </a:bodyPr>
          <a:lstStyle/>
          <a:p>
            <a:pPr>
              <a:lnSpc>
                <a:spcPct val="200000"/>
              </a:lnSpc>
            </a:pP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4. </a:t>
            </a:r>
            <a:r>
              <a:rPr lang="zh-CN" altLang="en-US" sz="2400" dirty="0">
                <a:latin typeface="微软雅黑" panose="020B0503020204020204" pitchFamily="34" charset="-122"/>
                <a:ea typeface="微软雅黑" panose="020B0503020204020204" pitchFamily="34" charset="-122"/>
              </a:rPr>
              <a:t>我从小到大，早已经习惯了窗外只有草、天空和树木，习惯了周围几乎一片寂静，习惯了去追寻心之所向的一切（</a:t>
            </a:r>
            <a:r>
              <a:rPr lang="en-US" altLang="zh-CN" sz="2400" dirty="0">
                <a:latin typeface="微软雅黑" panose="020B0503020204020204" pitchFamily="34" charset="-122"/>
                <a:ea typeface="微软雅黑" panose="020B0503020204020204" pitchFamily="34" charset="-122"/>
              </a:rPr>
              <a:t>1810</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en-US" altLang="zh-CN" sz="2400" dirty="0">
                <a:latin typeface="微软雅黑" panose="020B0503020204020204" pitchFamily="34" charset="-122"/>
                <a:ea typeface="微软雅黑" panose="020B0503020204020204" pitchFamily="34" charset="-122"/>
              </a:rPr>
              <a:t>Since I grew up,   been used to    windows    grass    sky    tree    be enclosed in     silence    chase after      what I want</a:t>
            </a:r>
          </a:p>
          <a:p>
            <a:pPr>
              <a:lnSpc>
                <a:spcPct val="200000"/>
              </a:lnSpc>
            </a:pPr>
            <a:r>
              <a:rPr lang="en-US" altLang="zh-CN" sz="2400" dirty="0">
                <a:solidFill>
                  <a:srgbClr val="FF0000"/>
                </a:solidFill>
                <a:latin typeface="微软雅黑" panose="020B0503020204020204" pitchFamily="34" charset="-122"/>
                <a:ea typeface="微软雅黑" panose="020B0503020204020204" pitchFamily="34" charset="-122"/>
              </a:rPr>
              <a:t>Since I grew up, I have been used to seeing out of my windows only grass, sky, tree, to being enclosed in almost complete silence and to chasing after what I really want in my heart.</a:t>
            </a:r>
            <a:endParaRPr lang="zh-CN" altLang="en-US" sz="2800" dirty="0">
              <a:solidFill>
                <a:srgbClr val="FF0000"/>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5CEE0459-0F6D-4BC7-9937-CA8449C5F519}"/>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832689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汉译英</a:t>
            </a:r>
          </a:p>
        </p:txBody>
      </p:sp>
      <p:sp>
        <p:nvSpPr>
          <p:cNvPr id="3" name="文本框 2">
            <a:extLst>
              <a:ext uri="{FF2B5EF4-FFF2-40B4-BE49-F238E27FC236}">
                <a16:creationId xmlns:a16="http://schemas.microsoft.com/office/drawing/2014/main" id="{B9B088E5-81F0-4950-B96C-B2EBFD570649}"/>
              </a:ext>
            </a:extLst>
          </p:cNvPr>
          <p:cNvSpPr txBox="1"/>
          <p:nvPr/>
        </p:nvSpPr>
        <p:spPr>
          <a:xfrm>
            <a:off x="1005727" y="1182094"/>
            <a:ext cx="9745400" cy="4412875"/>
          </a:xfrm>
          <a:prstGeom prst="rect">
            <a:avLst/>
          </a:prstGeom>
          <a:noFill/>
        </p:spPr>
        <p:txBody>
          <a:bodyPr wrap="square" rtlCol="0">
            <a:spAutoFit/>
          </a:bodyPr>
          <a:lstStyle/>
          <a:p>
            <a:pPr>
              <a:lnSpc>
                <a:spcPct val="200000"/>
              </a:lnSpc>
            </a:pP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4. </a:t>
            </a:r>
            <a:r>
              <a:rPr lang="zh-CN" altLang="en-US" sz="2400" dirty="0">
                <a:latin typeface="微软雅黑" panose="020B0503020204020204" pitchFamily="34" charset="-122"/>
                <a:ea typeface="微软雅黑" panose="020B0503020204020204" pitchFamily="34" charset="-122"/>
              </a:rPr>
              <a:t>我从小到大，早已经习惯了窗外只有草、天空和树木，习惯了周围几乎一片寂静，习惯了去追寻心之所向的一切（</a:t>
            </a:r>
            <a:r>
              <a:rPr lang="en-US" altLang="zh-CN" sz="2400" dirty="0">
                <a:latin typeface="微软雅黑" panose="020B0503020204020204" pitchFamily="34" charset="-122"/>
                <a:ea typeface="微软雅黑" panose="020B0503020204020204" pitchFamily="34" charset="-122"/>
              </a:rPr>
              <a:t>1810</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zh-CN" altLang="en-US" sz="2400" dirty="0">
                <a:latin typeface="微软雅黑" panose="020B0503020204020204" pitchFamily="34" charset="-122"/>
                <a:ea typeface="微软雅黑" panose="020B0503020204020204" pitchFamily="34" charset="-122"/>
              </a:rPr>
              <a:t>课文原文：</a:t>
            </a:r>
            <a:r>
              <a:rPr lang="en-US" altLang="zh-CN" sz="2400" dirty="0">
                <a:latin typeface="微软雅黑" panose="020B0503020204020204" pitchFamily="34" charset="-122"/>
                <a:ea typeface="微软雅黑" panose="020B0503020204020204" pitchFamily="34" charset="-122"/>
              </a:rPr>
              <a:t>I have grown up accustomed to seeing out of my windows nothing but grass, sky, tree, to being enclosed in a ring of almost complete silence and to making journeys for anything that I want.</a:t>
            </a:r>
            <a:endParaRPr lang="zh-CN" altLang="en-US" sz="28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53368703-4209-4976-A607-923273620550}"/>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233917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0"/>
            <a:lum/>
          </a:blip>
          <a:srcRect/>
          <a:stretch>
            <a:fillRect t="-9000" b="-9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9C1D02-344F-459A-86C8-706C281250DA}"/>
              </a:ext>
            </a:extLst>
          </p:cNvPr>
          <p:cNvSpPr>
            <a:spLocks noGrp="1"/>
          </p:cNvSpPr>
          <p:nvPr>
            <p:ph type="ctrTitle"/>
          </p:nvPr>
        </p:nvSpPr>
        <p:spPr>
          <a:xfrm>
            <a:off x="942109" y="1808163"/>
            <a:ext cx="9144000" cy="2387600"/>
          </a:xfrm>
        </p:spPr>
        <p:txBody>
          <a:bodyPr>
            <a:normAutofit fontScale="90000"/>
          </a:bodyPr>
          <a:lstStyle/>
          <a:p>
            <a:pPr>
              <a:lnSpc>
                <a:spcPct val="150000"/>
              </a:lnSpc>
            </a:pPr>
            <a:r>
              <a:rPr lang="zh-CN" altLang="en-US" b="1" dirty="0">
                <a:latin typeface="微软雅黑" panose="020B0503020204020204" pitchFamily="34" charset="-122"/>
                <a:ea typeface="微软雅黑" panose="020B0503020204020204" pitchFamily="34" charset="-122"/>
              </a:rPr>
              <a:t>谢谢观看</a:t>
            </a:r>
            <a:br>
              <a:rPr lang="en-US" altLang="zh-CN" b="1" dirty="0">
                <a:latin typeface="微软雅黑" panose="020B0503020204020204" pitchFamily="34" charset="-122"/>
                <a:ea typeface="微软雅黑" panose="020B0503020204020204" pitchFamily="34" charset="-122"/>
              </a:rPr>
            </a:br>
            <a:r>
              <a:rPr lang="en-US" altLang="zh-CN" b="1" dirty="0">
                <a:latin typeface="微软雅黑" panose="020B0503020204020204" pitchFamily="34" charset="-122"/>
                <a:ea typeface="微软雅黑" panose="020B0503020204020204" pitchFamily="34" charset="-122"/>
              </a:rPr>
              <a:t>See You</a:t>
            </a:r>
            <a:endParaRPr lang="zh-CN" altLang="en-US"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7A67F56F-9C9F-4962-8675-92031BADF178}"/>
              </a:ext>
            </a:extLst>
          </p:cNvPr>
          <p:cNvSpPr/>
          <p:nvPr/>
        </p:nvSpPr>
        <p:spPr>
          <a:xfrm>
            <a:off x="72667" y="366701"/>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2.9.26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下册第九课第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1558627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1845</TotalTime>
  <Words>4775</Words>
  <Application>Microsoft Office PowerPoint</Application>
  <PresentationFormat>宽屏</PresentationFormat>
  <Paragraphs>330</Paragraphs>
  <Slides>60</Slides>
  <Notes>8</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60</vt:i4>
      </vt:variant>
    </vt:vector>
  </HeadingPairs>
  <TitlesOfParts>
    <vt:vector size="67" baseType="lpstr">
      <vt:lpstr>Helvetica Neue For Number</vt:lpstr>
      <vt:lpstr>等线</vt:lpstr>
      <vt:lpstr>等线 Light</vt:lpstr>
      <vt:lpstr>宋体</vt:lpstr>
      <vt:lpstr>微软雅黑</vt:lpstr>
      <vt:lpstr>Arial</vt:lpstr>
      <vt:lpstr>Office 主题​​</vt:lpstr>
      <vt:lpstr>高级英语 基础精讲四</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谢谢观看 See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高级英语 基础精讲四</dc:title>
  <dc:creator>shao Archer</dc:creator>
  <cp:lastModifiedBy>shao Archer</cp:lastModifiedBy>
  <cp:revision>88</cp:revision>
  <dcterms:created xsi:type="dcterms:W3CDTF">2019-04-29T00:44:25Z</dcterms:created>
  <dcterms:modified xsi:type="dcterms:W3CDTF">2019-10-18T08:14:56Z</dcterms:modified>
</cp:coreProperties>
</file>